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1" r:id="rId1"/>
  </p:sldMasterIdLst>
  <p:notesMasterIdLst>
    <p:notesMasterId r:id="rId59"/>
  </p:notesMasterIdLst>
  <p:sldIdLst>
    <p:sldId id="256" r:id="rId2"/>
    <p:sldId id="257" r:id="rId3"/>
    <p:sldId id="259" r:id="rId4"/>
    <p:sldId id="314" r:id="rId5"/>
    <p:sldId id="261" r:id="rId6"/>
    <p:sldId id="258" r:id="rId7"/>
    <p:sldId id="263" r:id="rId8"/>
    <p:sldId id="264" r:id="rId9"/>
    <p:sldId id="262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2" r:id="rId25"/>
    <p:sldId id="281" r:id="rId26"/>
    <p:sldId id="283" r:id="rId27"/>
    <p:sldId id="284" r:id="rId28"/>
    <p:sldId id="285" r:id="rId29"/>
    <p:sldId id="287" r:id="rId30"/>
    <p:sldId id="292" r:id="rId31"/>
    <p:sldId id="291" r:id="rId32"/>
    <p:sldId id="289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13" r:id="rId42"/>
    <p:sldId id="302" r:id="rId43"/>
    <p:sldId id="303" r:id="rId44"/>
    <p:sldId id="309" r:id="rId45"/>
    <p:sldId id="310" r:id="rId46"/>
    <p:sldId id="307" r:id="rId47"/>
    <p:sldId id="308" r:id="rId48"/>
    <p:sldId id="304" r:id="rId49"/>
    <p:sldId id="305" r:id="rId50"/>
    <p:sldId id="306" r:id="rId51"/>
    <p:sldId id="320" r:id="rId52"/>
    <p:sldId id="315" r:id="rId53"/>
    <p:sldId id="317" r:id="rId54"/>
    <p:sldId id="316" r:id="rId55"/>
    <p:sldId id="318" r:id="rId56"/>
    <p:sldId id="319" r:id="rId57"/>
    <p:sldId id="312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707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0"/>
  </p:normalViewPr>
  <p:slideViewPr>
    <p:cSldViewPr snapToGrid="0" snapToObjects="1">
      <p:cViewPr>
        <p:scale>
          <a:sx n="85" d="100"/>
          <a:sy n="85" d="100"/>
        </p:scale>
        <p:origin x="2304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44BFDA-6AAE-234D-AB6A-94A4C6EA8174}" type="doc">
      <dgm:prSet loTypeId="urn:microsoft.com/office/officeart/2005/8/layout/radial4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2F05CC3-1F9F-B94C-9F5C-AEF7CBB324F6}">
      <dgm:prSet/>
      <dgm:spPr/>
      <dgm:t>
        <a:bodyPr/>
        <a:lstStyle/>
        <a:p>
          <a:pPr rtl="0"/>
          <a:r>
            <a:rPr lang="en-US" dirty="0"/>
            <a:t>What If</a:t>
          </a:r>
        </a:p>
      </dgm:t>
    </dgm:pt>
    <dgm:pt modelId="{F21F1E1D-4B95-3A4B-82E9-07F3CFF295A0}" type="parTrans" cxnId="{BF25C717-A624-3748-96E5-724500EAC765}">
      <dgm:prSet/>
      <dgm:spPr/>
      <dgm:t>
        <a:bodyPr/>
        <a:lstStyle/>
        <a:p>
          <a:endParaRPr lang="en-US"/>
        </a:p>
      </dgm:t>
    </dgm:pt>
    <dgm:pt modelId="{DA59C704-0777-134E-92BE-CDABFA71BC91}" type="sibTrans" cxnId="{BF25C717-A624-3748-96E5-724500EAC765}">
      <dgm:prSet/>
      <dgm:spPr/>
      <dgm:t>
        <a:bodyPr/>
        <a:lstStyle/>
        <a:p>
          <a:endParaRPr lang="en-US"/>
        </a:p>
      </dgm:t>
    </dgm:pt>
    <dgm:pt modelId="{B00CBCC5-C181-5E46-8A82-F36A23126BC7}">
      <dgm:prSet/>
      <dgm:spPr/>
      <dgm:t>
        <a:bodyPr/>
        <a:lstStyle/>
        <a:p>
          <a:pPr rtl="0"/>
          <a:r>
            <a:rPr lang="en-US" dirty="0"/>
            <a:t>Language-Independent</a:t>
          </a:r>
        </a:p>
      </dgm:t>
    </dgm:pt>
    <dgm:pt modelId="{5D3DCD25-3042-F543-B319-F9A138CBA9F5}" type="parTrans" cxnId="{381EF9F5-88B2-B448-99B1-B6C538C8F501}">
      <dgm:prSet/>
      <dgm:spPr/>
      <dgm:t>
        <a:bodyPr/>
        <a:lstStyle/>
        <a:p>
          <a:endParaRPr lang="en-US"/>
        </a:p>
      </dgm:t>
    </dgm:pt>
    <dgm:pt modelId="{9215B945-28F0-F549-ABC7-FCFE9D84E425}" type="sibTrans" cxnId="{381EF9F5-88B2-B448-99B1-B6C538C8F501}">
      <dgm:prSet/>
      <dgm:spPr/>
      <dgm:t>
        <a:bodyPr/>
        <a:lstStyle/>
        <a:p>
          <a:endParaRPr lang="en-US"/>
        </a:p>
      </dgm:t>
    </dgm:pt>
    <dgm:pt modelId="{F034460C-5AA3-FA4B-A5A4-8B184E0FB9CF}">
      <dgm:prSet/>
      <dgm:spPr/>
      <dgm:t>
        <a:bodyPr/>
        <a:lstStyle/>
        <a:p>
          <a:pPr rtl="0"/>
          <a:r>
            <a:rPr lang="en-US" dirty="0"/>
            <a:t>Less Prone to Change</a:t>
          </a:r>
        </a:p>
      </dgm:t>
    </dgm:pt>
    <dgm:pt modelId="{FC2FB0B6-3166-7843-B9D9-85D6E541CA80}" type="parTrans" cxnId="{66626337-FFC5-3D4A-AE6F-681F790A0692}">
      <dgm:prSet/>
      <dgm:spPr/>
      <dgm:t>
        <a:bodyPr/>
        <a:lstStyle/>
        <a:p>
          <a:endParaRPr lang="en-US"/>
        </a:p>
      </dgm:t>
    </dgm:pt>
    <dgm:pt modelId="{3A8F5B0E-47E1-D242-8929-C24B140806FC}" type="sibTrans" cxnId="{66626337-FFC5-3D4A-AE6F-681F790A0692}">
      <dgm:prSet/>
      <dgm:spPr/>
      <dgm:t>
        <a:bodyPr/>
        <a:lstStyle/>
        <a:p>
          <a:endParaRPr lang="en-US"/>
        </a:p>
      </dgm:t>
    </dgm:pt>
    <dgm:pt modelId="{1900765E-FE99-CA4F-A328-3C0C1A577E85}">
      <dgm:prSet/>
      <dgm:spPr/>
      <dgm:t>
        <a:bodyPr/>
        <a:lstStyle/>
        <a:p>
          <a:pPr rtl="0"/>
          <a:r>
            <a:rPr lang="en-US" dirty="0"/>
            <a:t>Detect Line Splitting</a:t>
          </a:r>
        </a:p>
      </dgm:t>
    </dgm:pt>
    <dgm:pt modelId="{0DFC7469-9C0E-7C47-8604-F9EFFD11465C}" type="parTrans" cxnId="{1DB5F937-60B0-CC4E-8097-A5127B3BC89F}">
      <dgm:prSet/>
      <dgm:spPr/>
      <dgm:t>
        <a:bodyPr/>
        <a:lstStyle/>
        <a:p>
          <a:endParaRPr lang="en-US"/>
        </a:p>
      </dgm:t>
    </dgm:pt>
    <dgm:pt modelId="{30D549F6-F1EE-E74E-ACBC-08C05575F2AB}" type="sibTrans" cxnId="{1DB5F937-60B0-CC4E-8097-A5127B3BC89F}">
      <dgm:prSet/>
      <dgm:spPr/>
      <dgm:t>
        <a:bodyPr/>
        <a:lstStyle/>
        <a:p>
          <a:endParaRPr lang="en-US"/>
        </a:p>
      </dgm:t>
    </dgm:pt>
    <dgm:pt modelId="{80285773-1302-BB4A-915D-9EF0693C9884}" type="pres">
      <dgm:prSet presAssocID="{CF44BFDA-6AAE-234D-AB6A-94A4C6EA817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A76148E-E53A-8A4E-B064-02705F3F6914}" type="pres">
      <dgm:prSet presAssocID="{C2F05CC3-1F9F-B94C-9F5C-AEF7CBB324F6}" presName="centerShape" presStyleLbl="node0" presStyleIdx="0" presStyleCnt="1"/>
      <dgm:spPr/>
    </dgm:pt>
    <dgm:pt modelId="{D00804DC-175F-024C-A46D-CE58665B300F}" type="pres">
      <dgm:prSet presAssocID="{5D3DCD25-3042-F543-B319-F9A138CBA9F5}" presName="parTrans" presStyleLbl="bgSibTrans2D1" presStyleIdx="0" presStyleCnt="3"/>
      <dgm:spPr/>
    </dgm:pt>
    <dgm:pt modelId="{3DEDB578-7716-5B41-B5EA-DB7C1EDC76DE}" type="pres">
      <dgm:prSet presAssocID="{B00CBCC5-C181-5E46-8A82-F36A23126BC7}" presName="node" presStyleLbl="node1" presStyleIdx="0" presStyleCnt="3" custRadScaleRad="107860" custRadScaleInc="-3645">
        <dgm:presLayoutVars>
          <dgm:bulletEnabled val="1"/>
        </dgm:presLayoutVars>
      </dgm:prSet>
      <dgm:spPr/>
    </dgm:pt>
    <dgm:pt modelId="{B9962132-830F-964E-B09E-731277422BE1}" type="pres">
      <dgm:prSet presAssocID="{FC2FB0B6-3166-7843-B9D9-85D6E541CA80}" presName="parTrans" presStyleLbl="bgSibTrans2D1" presStyleIdx="1" presStyleCnt="3"/>
      <dgm:spPr/>
    </dgm:pt>
    <dgm:pt modelId="{5848A48D-9B63-5B4D-8FB4-AF0EA91BED09}" type="pres">
      <dgm:prSet presAssocID="{F034460C-5AA3-FA4B-A5A4-8B184E0FB9CF}" presName="node" presStyleLbl="node1" presStyleIdx="1" presStyleCnt="3">
        <dgm:presLayoutVars>
          <dgm:bulletEnabled val="1"/>
        </dgm:presLayoutVars>
      </dgm:prSet>
      <dgm:spPr/>
    </dgm:pt>
    <dgm:pt modelId="{5E6CEA01-418D-FC42-A997-7D650FF9D9DB}" type="pres">
      <dgm:prSet presAssocID="{0DFC7469-9C0E-7C47-8604-F9EFFD11465C}" presName="parTrans" presStyleLbl="bgSibTrans2D1" presStyleIdx="2" presStyleCnt="3"/>
      <dgm:spPr/>
    </dgm:pt>
    <dgm:pt modelId="{395E76DB-29A1-D041-84DE-7415FF4F4879}" type="pres">
      <dgm:prSet presAssocID="{1900765E-FE99-CA4F-A328-3C0C1A577E85}" presName="node" presStyleLbl="node1" presStyleIdx="2" presStyleCnt="3" custRadScaleRad="115107" custRadScaleInc="6948">
        <dgm:presLayoutVars>
          <dgm:bulletEnabled val="1"/>
        </dgm:presLayoutVars>
      </dgm:prSet>
      <dgm:spPr/>
    </dgm:pt>
  </dgm:ptLst>
  <dgm:cxnLst>
    <dgm:cxn modelId="{B8609003-0B45-4549-90B2-1232DD12C0E2}" type="presOf" srcId="{1900765E-FE99-CA4F-A328-3C0C1A577E85}" destId="{395E76DB-29A1-D041-84DE-7415FF4F4879}" srcOrd="0" destOrd="0" presId="urn:microsoft.com/office/officeart/2005/8/layout/radial4"/>
    <dgm:cxn modelId="{99A99010-4A9F-8E45-9F41-19DE7D6941C9}" type="presOf" srcId="{F034460C-5AA3-FA4B-A5A4-8B184E0FB9CF}" destId="{5848A48D-9B63-5B4D-8FB4-AF0EA91BED09}" srcOrd="0" destOrd="0" presId="urn:microsoft.com/office/officeart/2005/8/layout/radial4"/>
    <dgm:cxn modelId="{BF25C717-A624-3748-96E5-724500EAC765}" srcId="{CF44BFDA-6AAE-234D-AB6A-94A4C6EA8174}" destId="{C2F05CC3-1F9F-B94C-9F5C-AEF7CBB324F6}" srcOrd="0" destOrd="0" parTransId="{F21F1E1D-4B95-3A4B-82E9-07F3CFF295A0}" sibTransId="{DA59C704-0777-134E-92BE-CDABFA71BC91}"/>
    <dgm:cxn modelId="{66626337-FFC5-3D4A-AE6F-681F790A0692}" srcId="{C2F05CC3-1F9F-B94C-9F5C-AEF7CBB324F6}" destId="{F034460C-5AA3-FA4B-A5A4-8B184E0FB9CF}" srcOrd="1" destOrd="0" parTransId="{FC2FB0B6-3166-7843-B9D9-85D6E541CA80}" sibTransId="{3A8F5B0E-47E1-D242-8929-C24B140806FC}"/>
    <dgm:cxn modelId="{1DB5F937-60B0-CC4E-8097-A5127B3BC89F}" srcId="{C2F05CC3-1F9F-B94C-9F5C-AEF7CBB324F6}" destId="{1900765E-FE99-CA4F-A328-3C0C1A577E85}" srcOrd="2" destOrd="0" parTransId="{0DFC7469-9C0E-7C47-8604-F9EFFD11465C}" sibTransId="{30D549F6-F1EE-E74E-ACBC-08C05575F2AB}"/>
    <dgm:cxn modelId="{22B4DA50-A379-F34D-873A-A935A244340B}" type="presOf" srcId="{C2F05CC3-1F9F-B94C-9F5C-AEF7CBB324F6}" destId="{4A76148E-E53A-8A4E-B064-02705F3F6914}" srcOrd="0" destOrd="0" presId="urn:microsoft.com/office/officeart/2005/8/layout/radial4"/>
    <dgm:cxn modelId="{E0772061-AFD1-9E45-870D-1FE96411877B}" type="presOf" srcId="{FC2FB0B6-3166-7843-B9D9-85D6E541CA80}" destId="{B9962132-830F-964E-B09E-731277422BE1}" srcOrd="0" destOrd="0" presId="urn:microsoft.com/office/officeart/2005/8/layout/radial4"/>
    <dgm:cxn modelId="{D6A3F377-9583-C746-B8AA-A7DB39A3FF29}" type="presOf" srcId="{CF44BFDA-6AAE-234D-AB6A-94A4C6EA8174}" destId="{80285773-1302-BB4A-915D-9EF0693C9884}" srcOrd="0" destOrd="0" presId="urn:microsoft.com/office/officeart/2005/8/layout/radial4"/>
    <dgm:cxn modelId="{22124686-2E1D-AA4A-9D82-3ED687A617DF}" type="presOf" srcId="{5D3DCD25-3042-F543-B319-F9A138CBA9F5}" destId="{D00804DC-175F-024C-A46D-CE58665B300F}" srcOrd="0" destOrd="0" presId="urn:microsoft.com/office/officeart/2005/8/layout/radial4"/>
    <dgm:cxn modelId="{EAFD1FA6-F797-B444-AC01-4BD87D023E96}" type="presOf" srcId="{0DFC7469-9C0E-7C47-8604-F9EFFD11465C}" destId="{5E6CEA01-418D-FC42-A997-7D650FF9D9DB}" srcOrd="0" destOrd="0" presId="urn:microsoft.com/office/officeart/2005/8/layout/radial4"/>
    <dgm:cxn modelId="{3FAA57AE-0D47-8444-83CA-AEBCD900601B}" type="presOf" srcId="{B00CBCC5-C181-5E46-8A82-F36A23126BC7}" destId="{3DEDB578-7716-5B41-B5EA-DB7C1EDC76DE}" srcOrd="0" destOrd="0" presId="urn:microsoft.com/office/officeart/2005/8/layout/radial4"/>
    <dgm:cxn modelId="{381EF9F5-88B2-B448-99B1-B6C538C8F501}" srcId="{C2F05CC3-1F9F-B94C-9F5C-AEF7CBB324F6}" destId="{B00CBCC5-C181-5E46-8A82-F36A23126BC7}" srcOrd="0" destOrd="0" parTransId="{5D3DCD25-3042-F543-B319-F9A138CBA9F5}" sibTransId="{9215B945-28F0-F549-ABC7-FCFE9D84E425}"/>
    <dgm:cxn modelId="{CD24F25F-77F1-224B-A0D3-CCCA9269F040}" type="presParOf" srcId="{80285773-1302-BB4A-915D-9EF0693C9884}" destId="{4A76148E-E53A-8A4E-B064-02705F3F6914}" srcOrd="0" destOrd="0" presId="urn:microsoft.com/office/officeart/2005/8/layout/radial4"/>
    <dgm:cxn modelId="{D3FE96CF-E52C-1A4B-A57B-92C74BFAED99}" type="presParOf" srcId="{80285773-1302-BB4A-915D-9EF0693C9884}" destId="{D00804DC-175F-024C-A46D-CE58665B300F}" srcOrd="1" destOrd="0" presId="urn:microsoft.com/office/officeart/2005/8/layout/radial4"/>
    <dgm:cxn modelId="{0A865EF6-ABE7-0949-B862-DCFFC508620F}" type="presParOf" srcId="{80285773-1302-BB4A-915D-9EF0693C9884}" destId="{3DEDB578-7716-5B41-B5EA-DB7C1EDC76DE}" srcOrd="2" destOrd="0" presId="urn:microsoft.com/office/officeart/2005/8/layout/radial4"/>
    <dgm:cxn modelId="{784DD880-CDB8-7E49-8942-072D50C7E010}" type="presParOf" srcId="{80285773-1302-BB4A-915D-9EF0693C9884}" destId="{B9962132-830F-964E-B09E-731277422BE1}" srcOrd="3" destOrd="0" presId="urn:microsoft.com/office/officeart/2005/8/layout/radial4"/>
    <dgm:cxn modelId="{48B70722-45B1-1341-9A62-A22D38CF3720}" type="presParOf" srcId="{80285773-1302-BB4A-915D-9EF0693C9884}" destId="{5848A48D-9B63-5B4D-8FB4-AF0EA91BED09}" srcOrd="4" destOrd="0" presId="urn:microsoft.com/office/officeart/2005/8/layout/radial4"/>
    <dgm:cxn modelId="{5297F458-EA42-8B4B-A389-4E24508893F1}" type="presParOf" srcId="{80285773-1302-BB4A-915D-9EF0693C9884}" destId="{5E6CEA01-418D-FC42-A997-7D650FF9D9DB}" srcOrd="5" destOrd="0" presId="urn:microsoft.com/office/officeart/2005/8/layout/radial4"/>
    <dgm:cxn modelId="{C3B17609-9FF9-8C41-9099-D8C04BE95CA4}" type="presParOf" srcId="{80285773-1302-BB4A-915D-9EF0693C9884}" destId="{395E76DB-29A1-D041-84DE-7415FF4F4879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515C40-FB29-FF46-97E2-9EE7D03782A6}" type="doc">
      <dgm:prSet loTypeId="urn:microsoft.com/office/officeart/2005/8/layout/chevron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330A71-F2BB-524E-94B1-F9E2858B8924}">
      <dgm:prSet phldrT="[Text]"/>
      <dgm:spPr/>
      <dgm:t>
        <a:bodyPr/>
        <a:lstStyle/>
        <a:p>
          <a:r>
            <a:rPr lang="en-US" dirty="0"/>
            <a:t>Step-1</a:t>
          </a:r>
        </a:p>
      </dgm:t>
    </dgm:pt>
    <dgm:pt modelId="{A7950D5A-6C74-DB49-B685-6C8AA8BDF89F}" type="parTrans" cxnId="{A12BD78E-DFE7-E945-B426-9CAE4B75EDDE}">
      <dgm:prSet/>
      <dgm:spPr/>
      <dgm:t>
        <a:bodyPr/>
        <a:lstStyle/>
        <a:p>
          <a:endParaRPr lang="en-US"/>
        </a:p>
      </dgm:t>
    </dgm:pt>
    <dgm:pt modelId="{60593C1B-9932-7547-89EE-CEA734CE3707}" type="sibTrans" cxnId="{A12BD78E-DFE7-E945-B426-9CAE4B75EDDE}">
      <dgm:prSet/>
      <dgm:spPr/>
      <dgm:t>
        <a:bodyPr/>
        <a:lstStyle/>
        <a:p>
          <a:endParaRPr lang="en-US"/>
        </a:p>
      </dgm:t>
    </dgm:pt>
    <dgm:pt modelId="{31A20DF3-2A9D-5E4A-A028-7F171B143209}">
      <dgm:prSet phldrT="[Text]"/>
      <dgm:spPr/>
      <dgm:t>
        <a:bodyPr/>
        <a:lstStyle/>
        <a:p>
          <a:r>
            <a:rPr lang="en-US" dirty="0"/>
            <a:t>Preprocessing</a:t>
          </a:r>
        </a:p>
      </dgm:t>
    </dgm:pt>
    <dgm:pt modelId="{73C939F0-07D4-E145-80D9-5737EA28C5C0}" type="parTrans" cxnId="{C8F8B0CC-5EE8-5D4E-B86D-99C0F0A7A20F}">
      <dgm:prSet/>
      <dgm:spPr/>
      <dgm:t>
        <a:bodyPr/>
        <a:lstStyle/>
        <a:p>
          <a:endParaRPr lang="en-US"/>
        </a:p>
      </dgm:t>
    </dgm:pt>
    <dgm:pt modelId="{61978CBC-79D5-9949-B665-FDFCD900A2E2}" type="sibTrans" cxnId="{C8F8B0CC-5EE8-5D4E-B86D-99C0F0A7A20F}">
      <dgm:prSet/>
      <dgm:spPr/>
      <dgm:t>
        <a:bodyPr/>
        <a:lstStyle/>
        <a:p>
          <a:endParaRPr lang="en-US"/>
        </a:p>
      </dgm:t>
    </dgm:pt>
    <dgm:pt modelId="{3242D627-D806-4C4E-AFD2-3272035B5AFB}">
      <dgm:prSet phldrT="[Text]"/>
      <dgm:spPr/>
      <dgm:t>
        <a:bodyPr/>
        <a:lstStyle/>
        <a:p>
          <a:r>
            <a:rPr lang="en-US" dirty="0"/>
            <a:t>Step-5</a:t>
          </a:r>
        </a:p>
      </dgm:t>
    </dgm:pt>
    <dgm:pt modelId="{2C9BE063-701F-864F-825A-A03E281D1303}" type="sibTrans" cxnId="{E40E095F-E5E1-7748-A99D-B9D88CCE3362}">
      <dgm:prSet/>
      <dgm:spPr/>
      <dgm:t>
        <a:bodyPr/>
        <a:lstStyle/>
        <a:p>
          <a:endParaRPr lang="en-US"/>
        </a:p>
      </dgm:t>
    </dgm:pt>
    <dgm:pt modelId="{CEE65393-71D9-7245-BA9E-87BBEFB1B691}" type="parTrans" cxnId="{E40E095F-E5E1-7748-A99D-B9D88CCE3362}">
      <dgm:prSet/>
      <dgm:spPr/>
      <dgm:t>
        <a:bodyPr/>
        <a:lstStyle/>
        <a:p>
          <a:endParaRPr lang="en-US"/>
        </a:p>
      </dgm:t>
    </dgm:pt>
    <dgm:pt modelId="{48775F21-B164-C74F-BB14-EF91FEF57FFA}">
      <dgm:prSet phldrT="[Text]"/>
      <dgm:spPr/>
      <dgm:t>
        <a:bodyPr/>
        <a:lstStyle/>
        <a:p>
          <a:r>
            <a:rPr lang="en-US" dirty="0"/>
            <a:t>Step-4</a:t>
          </a:r>
        </a:p>
      </dgm:t>
    </dgm:pt>
    <dgm:pt modelId="{4753B8AF-9092-4943-A7A3-5909BDD76DA0}" type="sibTrans" cxnId="{B76021F9-6174-4040-A04E-E9B3D9DE7A81}">
      <dgm:prSet/>
      <dgm:spPr/>
      <dgm:t>
        <a:bodyPr/>
        <a:lstStyle/>
        <a:p>
          <a:endParaRPr lang="en-US"/>
        </a:p>
      </dgm:t>
    </dgm:pt>
    <dgm:pt modelId="{487BB33A-B6DC-DD4B-A0D2-377E36152613}" type="parTrans" cxnId="{B76021F9-6174-4040-A04E-E9B3D9DE7A81}">
      <dgm:prSet/>
      <dgm:spPr/>
      <dgm:t>
        <a:bodyPr/>
        <a:lstStyle/>
        <a:p>
          <a:endParaRPr lang="en-US"/>
        </a:p>
      </dgm:t>
    </dgm:pt>
    <dgm:pt modelId="{F2D06042-BAD5-6349-B0C1-6FB0DDCBCE0A}">
      <dgm:prSet phldrT="[Text]"/>
      <dgm:spPr/>
      <dgm:t>
        <a:bodyPr/>
        <a:lstStyle/>
        <a:p>
          <a:r>
            <a:rPr lang="en-US" dirty="0"/>
            <a:t>Step-3</a:t>
          </a:r>
        </a:p>
      </dgm:t>
    </dgm:pt>
    <dgm:pt modelId="{049D8C93-7994-8C4D-8938-1414BFC681C2}" type="sibTrans" cxnId="{4773901A-90F2-5747-AF99-7E84B4B157AD}">
      <dgm:prSet/>
      <dgm:spPr/>
      <dgm:t>
        <a:bodyPr/>
        <a:lstStyle/>
        <a:p>
          <a:endParaRPr lang="en-US"/>
        </a:p>
      </dgm:t>
    </dgm:pt>
    <dgm:pt modelId="{A963032E-5D54-1F4C-83DD-4C4719F1F250}" type="parTrans" cxnId="{4773901A-90F2-5747-AF99-7E84B4B157AD}">
      <dgm:prSet/>
      <dgm:spPr/>
      <dgm:t>
        <a:bodyPr/>
        <a:lstStyle/>
        <a:p>
          <a:endParaRPr lang="en-US"/>
        </a:p>
      </dgm:t>
    </dgm:pt>
    <dgm:pt modelId="{F088D1A6-8DCA-3E40-B064-F714A4477E15}">
      <dgm:prSet phldrT="[Text]"/>
      <dgm:spPr/>
      <dgm:t>
        <a:bodyPr/>
        <a:lstStyle/>
        <a:p>
          <a:r>
            <a:rPr lang="en-US" dirty="0"/>
            <a:t>Step-2</a:t>
          </a:r>
        </a:p>
      </dgm:t>
    </dgm:pt>
    <dgm:pt modelId="{337F5AD1-64B3-4246-A9A5-1191F77AE5C6}" type="sibTrans" cxnId="{6756997B-AEFD-BA41-B5EF-CF39BAFE0BCB}">
      <dgm:prSet/>
      <dgm:spPr/>
      <dgm:t>
        <a:bodyPr/>
        <a:lstStyle/>
        <a:p>
          <a:endParaRPr lang="en-US"/>
        </a:p>
      </dgm:t>
    </dgm:pt>
    <dgm:pt modelId="{AF0578FF-FC29-4C40-A658-361A0254084E}" type="parTrans" cxnId="{6756997B-AEFD-BA41-B5EF-CF39BAFE0BCB}">
      <dgm:prSet/>
      <dgm:spPr/>
      <dgm:t>
        <a:bodyPr/>
        <a:lstStyle/>
        <a:p>
          <a:endParaRPr lang="en-US"/>
        </a:p>
      </dgm:t>
    </dgm:pt>
    <dgm:pt modelId="{CC8DF83D-D72C-4640-9AE6-5FC56C8F8E1E}">
      <dgm:prSet phldrT="[Text]"/>
      <dgm:spPr/>
      <dgm:t>
        <a:bodyPr/>
        <a:lstStyle/>
        <a:p>
          <a:r>
            <a:rPr lang="en-US" dirty="0"/>
            <a:t>Detect Line Splits</a:t>
          </a:r>
        </a:p>
      </dgm:t>
    </dgm:pt>
    <dgm:pt modelId="{F81F6C6E-54A7-E742-AA33-A559A186F40E}" type="sibTrans" cxnId="{50663FF4-EB29-E64C-A381-736A3A094C62}">
      <dgm:prSet/>
      <dgm:spPr/>
      <dgm:t>
        <a:bodyPr/>
        <a:lstStyle/>
        <a:p>
          <a:endParaRPr lang="en-US"/>
        </a:p>
      </dgm:t>
    </dgm:pt>
    <dgm:pt modelId="{894C2FBE-E357-D14F-91AF-EE3CD8D6015B}" type="parTrans" cxnId="{50663FF4-EB29-E64C-A381-736A3A094C62}">
      <dgm:prSet/>
      <dgm:spPr/>
      <dgm:t>
        <a:bodyPr/>
        <a:lstStyle/>
        <a:p>
          <a:endParaRPr lang="en-US"/>
        </a:p>
      </dgm:t>
    </dgm:pt>
    <dgm:pt modelId="{366BB905-EF4A-9E44-A01F-4C9894F94382}">
      <dgm:prSet phldrT="[Text]"/>
      <dgm:spPr/>
      <dgm:t>
        <a:bodyPr/>
        <a:lstStyle/>
        <a:p>
          <a:r>
            <a:rPr lang="en-US" dirty="0"/>
            <a:t>Resolve Conflicts</a:t>
          </a:r>
        </a:p>
      </dgm:t>
    </dgm:pt>
    <dgm:pt modelId="{4FBEAD38-1278-7843-9E16-2F263450C058}" type="sibTrans" cxnId="{4434BE25-CDA3-2448-B1D1-64241DDB3229}">
      <dgm:prSet/>
      <dgm:spPr/>
      <dgm:t>
        <a:bodyPr/>
        <a:lstStyle/>
        <a:p>
          <a:endParaRPr lang="en-US"/>
        </a:p>
      </dgm:t>
    </dgm:pt>
    <dgm:pt modelId="{C2C4A6BB-CC12-FF40-830E-D0C7539D396C}" type="parTrans" cxnId="{4434BE25-CDA3-2448-B1D1-64241DDB3229}">
      <dgm:prSet/>
      <dgm:spPr/>
      <dgm:t>
        <a:bodyPr/>
        <a:lstStyle/>
        <a:p>
          <a:endParaRPr lang="en-US"/>
        </a:p>
      </dgm:t>
    </dgm:pt>
    <dgm:pt modelId="{20957F40-EC1F-DB4E-A369-4AC929A2CF2F}">
      <dgm:prSet phldrT="[Text]"/>
      <dgm:spPr/>
      <dgm:t>
        <a:bodyPr/>
        <a:lstStyle/>
        <a:p>
          <a:r>
            <a:rPr lang="en-US" dirty="0"/>
            <a:t>Generate Candidate List</a:t>
          </a:r>
        </a:p>
      </dgm:t>
    </dgm:pt>
    <dgm:pt modelId="{A0A537DE-7083-D049-9785-2A2367868769}" type="sibTrans" cxnId="{321EF7AF-9AD0-7848-A990-4ED8A05FDED4}">
      <dgm:prSet/>
      <dgm:spPr/>
      <dgm:t>
        <a:bodyPr/>
        <a:lstStyle/>
        <a:p>
          <a:endParaRPr lang="en-US"/>
        </a:p>
      </dgm:t>
    </dgm:pt>
    <dgm:pt modelId="{F3381294-1E27-4B44-B4A6-5A4956F94886}" type="parTrans" cxnId="{321EF7AF-9AD0-7848-A990-4ED8A05FDED4}">
      <dgm:prSet/>
      <dgm:spPr/>
      <dgm:t>
        <a:bodyPr/>
        <a:lstStyle/>
        <a:p>
          <a:endParaRPr lang="en-US"/>
        </a:p>
      </dgm:t>
    </dgm:pt>
    <dgm:pt modelId="{3C227DD8-B8E3-1A46-B0E3-C003BE7A1618}">
      <dgm:prSet phldrT="[Text]"/>
      <dgm:spPr/>
      <dgm:t>
        <a:bodyPr/>
        <a:lstStyle/>
        <a:p>
          <a:r>
            <a:rPr lang="en-US" dirty="0"/>
            <a:t>Detect Unchanged Lines</a:t>
          </a:r>
        </a:p>
      </dgm:t>
    </dgm:pt>
    <dgm:pt modelId="{DFA72D50-1D34-8342-8482-6C0531ACE67F}" type="sibTrans" cxnId="{62212814-5E89-844D-88DA-82B4D3FB2AF0}">
      <dgm:prSet/>
      <dgm:spPr/>
      <dgm:t>
        <a:bodyPr/>
        <a:lstStyle/>
        <a:p>
          <a:endParaRPr lang="en-US"/>
        </a:p>
      </dgm:t>
    </dgm:pt>
    <dgm:pt modelId="{405DA230-8FF7-684C-A11E-ADE745BDAE4C}" type="parTrans" cxnId="{62212814-5E89-844D-88DA-82B4D3FB2AF0}">
      <dgm:prSet/>
      <dgm:spPr/>
      <dgm:t>
        <a:bodyPr/>
        <a:lstStyle/>
        <a:p>
          <a:endParaRPr lang="en-US"/>
        </a:p>
      </dgm:t>
    </dgm:pt>
    <dgm:pt modelId="{0F82EEAE-B256-F34E-AE0D-FDFB2B7D80ED}" type="pres">
      <dgm:prSet presAssocID="{84515C40-FB29-FF46-97E2-9EE7D03782A6}" presName="linearFlow" presStyleCnt="0">
        <dgm:presLayoutVars>
          <dgm:dir/>
          <dgm:animLvl val="lvl"/>
          <dgm:resizeHandles val="exact"/>
        </dgm:presLayoutVars>
      </dgm:prSet>
      <dgm:spPr/>
    </dgm:pt>
    <dgm:pt modelId="{8459FE92-E05A-F349-8691-06124AE1568A}" type="pres">
      <dgm:prSet presAssocID="{93330A71-F2BB-524E-94B1-F9E2858B8924}" presName="composite" presStyleCnt="0"/>
      <dgm:spPr/>
    </dgm:pt>
    <dgm:pt modelId="{0018E9D6-18C1-714F-9852-7AD81D355845}" type="pres">
      <dgm:prSet presAssocID="{93330A71-F2BB-524E-94B1-F9E2858B8924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86AD2E7D-06A1-7E42-8A24-58697DE3E1E4}" type="pres">
      <dgm:prSet presAssocID="{93330A71-F2BB-524E-94B1-F9E2858B8924}" presName="descendantText" presStyleLbl="alignAcc1" presStyleIdx="0" presStyleCnt="5">
        <dgm:presLayoutVars>
          <dgm:bulletEnabled val="1"/>
        </dgm:presLayoutVars>
      </dgm:prSet>
      <dgm:spPr/>
    </dgm:pt>
    <dgm:pt modelId="{9A683F79-E87D-3447-934D-29DEEF0EA091}" type="pres">
      <dgm:prSet presAssocID="{60593C1B-9932-7547-89EE-CEA734CE3707}" presName="sp" presStyleCnt="0"/>
      <dgm:spPr/>
    </dgm:pt>
    <dgm:pt modelId="{20FDF4B2-38B1-B849-BDA2-DE6F41C3FCFB}" type="pres">
      <dgm:prSet presAssocID="{F088D1A6-8DCA-3E40-B064-F714A4477E15}" presName="composite" presStyleCnt="0"/>
      <dgm:spPr/>
    </dgm:pt>
    <dgm:pt modelId="{9162C255-8AA3-6844-9464-294EF1219D6F}" type="pres">
      <dgm:prSet presAssocID="{F088D1A6-8DCA-3E40-B064-F714A4477E15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6F6FE6D8-10E1-CF41-912D-5693A7208F79}" type="pres">
      <dgm:prSet presAssocID="{F088D1A6-8DCA-3E40-B064-F714A4477E15}" presName="descendantText" presStyleLbl="alignAcc1" presStyleIdx="1" presStyleCnt="5">
        <dgm:presLayoutVars>
          <dgm:bulletEnabled val="1"/>
        </dgm:presLayoutVars>
      </dgm:prSet>
      <dgm:spPr/>
    </dgm:pt>
    <dgm:pt modelId="{63DFF5D0-CF6C-A640-8FDD-3EE5AAB52D11}" type="pres">
      <dgm:prSet presAssocID="{337F5AD1-64B3-4246-A9A5-1191F77AE5C6}" presName="sp" presStyleCnt="0"/>
      <dgm:spPr/>
    </dgm:pt>
    <dgm:pt modelId="{A242117F-2902-414D-BF4E-08835D62C6BD}" type="pres">
      <dgm:prSet presAssocID="{F2D06042-BAD5-6349-B0C1-6FB0DDCBCE0A}" presName="composite" presStyleCnt="0"/>
      <dgm:spPr/>
    </dgm:pt>
    <dgm:pt modelId="{788C6EAD-A578-8340-A00A-1F35A62EF11C}" type="pres">
      <dgm:prSet presAssocID="{F2D06042-BAD5-6349-B0C1-6FB0DDCBCE0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5F99AC37-EF92-DD46-ACA2-295896F1A8F9}" type="pres">
      <dgm:prSet presAssocID="{F2D06042-BAD5-6349-B0C1-6FB0DDCBCE0A}" presName="descendantText" presStyleLbl="alignAcc1" presStyleIdx="2" presStyleCnt="5">
        <dgm:presLayoutVars>
          <dgm:bulletEnabled val="1"/>
        </dgm:presLayoutVars>
      </dgm:prSet>
      <dgm:spPr/>
    </dgm:pt>
    <dgm:pt modelId="{D8A5F113-AB73-6644-91D7-CDC440D13E4C}" type="pres">
      <dgm:prSet presAssocID="{049D8C93-7994-8C4D-8938-1414BFC681C2}" presName="sp" presStyleCnt="0"/>
      <dgm:spPr/>
    </dgm:pt>
    <dgm:pt modelId="{8CFA02D7-A944-044C-9C97-80AC9C4140E9}" type="pres">
      <dgm:prSet presAssocID="{48775F21-B164-C74F-BB14-EF91FEF57FFA}" presName="composite" presStyleCnt="0"/>
      <dgm:spPr/>
    </dgm:pt>
    <dgm:pt modelId="{068F46B8-EBFA-274E-A300-C0D9F813D45C}" type="pres">
      <dgm:prSet presAssocID="{48775F21-B164-C74F-BB14-EF91FEF57FFA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59325B7C-F345-0944-8C67-B81FBD5E1587}" type="pres">
      <dgm:prSet presAssocID="{48775F21-B164-C74F-BB14-EF91FEF57FFA}" presName="descendantText" presStyleLbl="alignAcc1" presStyleIdx="3" presStyleCnt="5">
        <dgm:presLayoutVars>
          <dgm:bulletEnabled val="1"/>
        </dgm:presLayoutVars>
      </dgm:prSet>
      <dgm:spPr/>
    </dgm:pt>
    <dgm:pt modelId="{D1F7D432-F8E6-5D4A-B7BD-A3CC2F2A5F1F}" type="pres">
      <dgm:prSet presAssocID="{4753B8AF-9092-4943-A7A3-5909BDD76DA0}" presName="sp" presStyleCnt="0"/>
      <dgm:spPr/>
    </dgm:pt>
    <dgm:pt modelId="{02F7F87C-68DF-8F4B-ABFF-806691E69B43}" type="pres">
      <dgm:prSet presAssocID="{3242D627-D806-4C4E-AFD2-3272035B5AFB}" presName="composite" presStyleCnt="0"/>
      <dgm:spPr/>
    </dgm:pt>
    <dgm:pt modelId="{32006CAF-703B-3440-A70A-393279323441}" type="pres">
      <dgm:prSet presAssocID="{3242D627-D806-4C4E-AFD2-3272035B5AFB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98A8B1D9-59BB-0A4E-AE22-7209D0B77975}" type="pres">
      <dgm:prSet presAssocID="{3242D627-D806-4C4E-AFD2-3272035B5AFB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DA1B1102-45BF-EE43-9B35-257C87D6158D}" type="presOf" srcId="{F2D06042-BAD5-6349-B0C1-6FB0DDCBCE0A}" destId="{788C6EAD-A578-8340-A00A-1F35A62EF11C}" srcOrd="0" destOrd="0" presId="urn:microsoft.com/office/officeart/2005/8/layout/chevron2"/>
    <dgm:cxn modelId="{62212814-5E89-844D-88DA-82B4D3FB2AF0}" srcId="{F088D1A6-8DCA-3E40-B064-F714A4477E15}" destId="{3C227DD8-B8E3-1A46-B0E3-C003BE7A1618}" srcOrd="0" destOrd="0" parTransId="{405DA230-8FF7-684C-A11E-ADE745BDAE4C}" sibTransId="{DFA72D50-1D34-8342-8482-6C0531ACE67F}"/>
    <dgm:cxn modelId="{4773901A-90F2-5747-AF99-7E84B4B157AD}" srcId="{84515C40-FB29-FF46-97E2-9EE7D03782A6}" destId="{F2D06042-BAD5-6349-B0C1-6FB0DDCBCE0A}" srcOrd="2" destOrd="0" parTransId="{A963032E-5D54-1F4C-83DD-4C4719F1F250}" sibTransId="{049D8C93-7994-8C4D-8938-1414BFC681C2}"/>
    <dgm:cxn modelId="{7F80891C-DF59-E54C-943E-F871FD943682}" type="presOf" srcId="{93330A71-F2BB-524E-94B1-F9E2858B8924}" destId="{0018E9D6-18C1-714F-9852-7AD81D355845}" srcOrd="0" destOrd="0" presId="urn:microsoft.com/office/officeart/2005/8/layout/chevron2"/>
    <dgm:cxn modelId="{A06B5D21-C67C-F845-AC1D-912FAD77C44F}" type="presOf" srcId="{3C227DD8-B8E3-1A46-B0E3-C003BE7A1618}" destId="{6F6FE6D8-10E1-CF41-912D-5693A7208F79}" srcOrd="0" destOrd="0" presId="urn:microsoft.com/office/officeart/2005/8/layout/chevron2"/>
    <dgm:cxn modelId="{86981825-B188-DF41-B09C-EE8BE094F7E4}" type="presOf" srcId="{31A20DF3-2A9D-5E4A-A028-7F171B143209}" destId="{86AD2E7D-06A1-7E42-8A24-58697DE3E1E4}" srcOrd="0" destOrd="0" presId="urn:microsoft.com/office/officeart/2005/8/layout/chevron2"/>
    <dgm:cxn modelId="{4434BE25-CDA3-2448-B1D1-64241DDB3229}" srcId="{48775F21-B164-C74F-BB14-EF91FEF57FFA}" destId="{366BB905-EF4A-9E44-A01F-4C9894F94382}" srcOrd="0" destOrd="0" parTransId="{C2C4A6BB-CC12-FF40-830E-D0C7539D396C}" sibTransId="{4FBEAD38-1278-7843-9E16-2F263450C058}"/>
    <dgm:cxn modelId="{06424C26-DBCB-2D48-8C80-7BD99A681E88}" type="presOf" srcId="{48775F21-B164-C74F-BB14-EF91FEF57FFA}" destId="{068F46B8-EBFA-274E-A300-C0D9F813D45C}" srcOrd="0" destOrd="0" presId="urn:microsoft.com/office/officeart/2005/8/layout/chevron2"/>
    <dgm:cxn modelId="{548DAB28-962E-8943-A33A-9E0651D49A9F}" type="presOf" srcId="{84515C40-FB29-FF46-97E2-9EE7D03782A6}" destId="{0F82EEAE-B256-F34E-AE0D-FDFB2B7D80ED}" srcOrd="0" destOrd="0" presId="urn:microsoft.com/office/officeart/2005/8/layout/chevron2"/>
    <dgm:cxn modelId="{D9497F34-0625-8E4B-A5DF-656D40C2AEEB}" type="presOf" srcId="{F088D1A6-8DCA-3E40-B064-F714A4477E15}" destId="{9162C255-8AA3-6844-9464-294EF1219D6F}" srcOrd="0" destOrd="0" presId="urn:microsoft.com/office/officeart/2005/8/layout/chevron2"/>
    <dgm:cxn modelId="{D26A9C34-0B8B-6348-AE00-978D39D51CC5}" type="presOf" srcId="{3242D627-D806-4C4E-AFD2-3272035B5AFB}" destId="{32006CAF-703B-3440-A70A-393279323441}" srcOrd="0" destOrd="0" presId="urn:microsoft.com/office/officeart/2005/8/layout/chevron2"/>
    <dgm:cxn modelId="{E40E095F-E5E1-7748-A99D-B9D88CCE3362}" srcId="{84515C40-FB29-FF46-97E2-9EE7D03782A6}" destId="{3242D627-D806-4C4E-AFD2-3272035B5AFB}" srcOrd="4" destOrd="0" parTransId="{CEE65393-71D9-7245-BA9E-87BBEFB1B691}" sibTransId="{2C9BE063-701F-864F-825A-A03E281D1303}"/>
    <dgm:cxn modelId="{2B40AA7A-9870-A14E-8634-0F5E00BB6EC7}" type="presOf" srcId="{20957F40-EC1F-DB4E-A369-4AC929A2CF2F}" destId="{5F99AC37-EF92-DD46-ACA2-295896F1A8F9}" srcOrd="0" destOrd="0" presId="urn:microsoft.com/office/officeart/2005/8/layout/chevron2"/>
    <dgm:cxn modelId="{6756997B-AEFD-BA41-B5EF-CF39BAFE0BCB}" srcId="{84515C40-FB29-FF46-97E2-9EE7D03782A6}" destId="{F088D1A6-8DCA-3E40-B064-F714A4477E15}" srcOrd="1" destOrd="0" parTransId="{AF0578FF-FC29-4C40-A658-361A0254084E}" sibTransId="{337F5AD1-64B3-4246-A9A5-1191F77AE5C6}"/>
    <dgm:cxn modelId="{A12BD78E-DFE7-E945-B426-9CAE4B75EDDE}" srcId="{84515C40-FB29-FF46-97E2-9EE7D03782A6}" destId="{93330A71-F2BB-524E-94B1-F9E2858B8924}" srcOrd="0" destOrd="0" parTransId="{A7950D5A-6C74-DB49-B685-6C8AA8BDF89F}" sibTransId="{60593C1B-9932-7547-89EE-CEA734CE3707}"/>
    <dgm:cxn modelId="{86071BA1-E5F9-7745-8FAC-6C909CBA8098}" type="presOf" srcId="{366BB905-EF4A-9E44-A01F-4C9894F94382}" destId="{59325B7C-F345-0944-8C67-B81FBD5E1587}" srcOrd="0" destOrd="0" presId="urn:microsoft.com/office/officeart/2005/8/layout/chevron2"/>
    <dgm:cxn modelId="{321EF7AF-9AD0-7848-A990-4ED8A05FDED4}" srcId="{F2D06042-BAD5-6349-B0C1-6FB0DDCBCE0A}" destId="{20957F40-EC1F-DB4E-A369-4AC929A2CF2F}" srcOrd="0" destOrd="0" parTransId="{F3381294-1E27-4B44-B4A6-5A4956F94886}" sibTransId="{A0A537DE-7083-D049-9785-2A2367868769}"/>
    <dgm:cxn modelId="{C8F8B0CC-5EE8-5D4E-B86D-99C0F0A7A20F}" srcId="{93330A71-F2BB-524E-94B1-F9E2858B8924}" destId="{31A20DF3-2A9D-5E4A-A028-7F171B143209}" srcOrd="0" destOrd="0" parTransId="{73C939F0-07D4-E145-80D9-5737EA28C5C0}" sibTransId="{61978CBC-79D5-9949-B665-FDFCD900A2E2}"/>
    <dgm:cxn modelId="{1F3FB0DE-97FA-BF4D-B776-029117D84E3D}" type="presOf" srcId="{CC8DF83D-D72C-4640-9AE6-5FC56C8F8E1E}" destId="{98A8B1D9-59BB-0A4E-AE22-7209D0B77975}" srcOrd="0" destOrd="0" presId="urn:microsoft.com/office/officeart/2005/8/layout/chevron2"/>
    <dgm:cxn modelId="{50663FF4-EB29-E64C-A381-736A3A094C62}" srcId="{3242D627-D806-4C4E-AFD2-3272035B5AFB}" destId="{CC8DF83D-D72C-4640-9AE6-5FC56C8F8E1E}" srcOrd="0" destOrd="0" parTransId="{894C2FBE-E357-D14F-91AF-EE3CD8D6015B}" sibTransId="{F81F6C6E-54A7-E742-AA33-A559A186F40E}"/>
    <dgm:cxn modelId="{B76021F9-6174-4040-A04E-E9B3D9DE7A81}" srcId="{84515C40-FB29-FF46-97E2-9EE7D03782A6}" destId="{48775F21-B164-C74F-BB14-EF91FEF57FFA}" srcOrd="3" destOrd="0" parTransId="{487BB33A-B6DC-DD4B-A0D2-377E36152613}" sibTransId="{4753B8AF-9092-4943-A7A3-5909BDD76DA0}"/>
    <dgm:cxn modelId="{EFF950DE-4549-AC4C-A3C7-E0AF9A3FAAA4}" type="presParOf" srcId="{0F82EEAE-B256-F34E-AE0D-FDFB2B7D80ED}" destId="{8459FE92-E05A-F349-8691-06124AE1568A}" srcOrd="0" destOrd="0" presId="urn:microsoft.com/office/officeart/2005/8/layout/chevron2"/>
    <dgm:cxn modelId="{C91B4529-B3D4-7544-A06C-F25C48B40786}" type="presParOf" srcId="{8459FE92-E05A-F349-8691-06124AE1568A}" destId="{0018E9D6-18C1-714F-9852-7AD81D355845}" srcOrd="0" destOrd="0" presId="urn:microsoft.com/office/officeart/2005/8/layout/chevron2"/>
    <dgm:cxn modelId="{8B9D2FE9-C179-4840-BF42-E833C14F714A}" type="presParOf" srcId="{8459FE92-E05A-F349-8691-06124AE1568A}" destId="{86AD2E7D-06A1-7E42-8A24-58697DE3E1E4}" srcOrd="1" destOrd="0" presId="urn:microsoft.com/office/officeart/2005/8/layout/chevron2"/>
    <dgm:cxn modelId="{DA1E773D-8E76-FB4C-BC30-35D4B1FF3E1B}" type="presParOf" srcId="{0F82EEAE-B256-F34E-AE0D-FDFB2B7D80ED}" destId="{9A683F79-E87D-3447-934D-29DEEF0EA091}" srcOrd="1" destOrd="0" presId="urn:microsoft.com/office/officeart/2005/8/layout/chevron2"/>
    <dgm:cxn modelId="{3DB6B1C0-1C7C-E444-BA22-D5787EDE3B2D}" type="presParOf" srcId="{0F82EEAE-B256-F34E-AE0D-FDFB2B7D80ED}" destId="{20FDF4B2-38B1-B849-BDA2-DE6F41C3FCFB}" srcOrd="2" destOrd="0" presId="urn:microsoft.com/office/officeart/2005/8/layout/chevron2"/>
    <dgm:cxn modelId="{B9FE956E-8E93-DE47-B0B1-3C81954415DC}" type="presParOf" srcId="{20FDF4B2-38B1-B849-BDA2-DE6F41C3FCFB}" destId="{9162C255-8AA3-6844-9464-294EF1219D6F}" srcOrd="0" destOrd="0" presId="urn:microsoft.com/office/officeart/2005/8/layout/chevron2"/>
    <dgm:cxn modelId="{CC174B9C-F209-634B-8262-C7111E8904EA}" type="presParOf" srcId="{20FDF4B2-38B1-B849-BDA2-DE6F41C3FCFB}" destId="{6F6FE6D8-10E1-CF41-912D-5693A7208F79}" srcOrd="1" destOrd="0" presId="urn:microsoft.com/office/officeart/2005/8/layout/chevron2"/>
    <dgm:cxn modelId="{22DCB3F6-0C4F-F24A-993F-5B9A98BF28D5}" type="presParOf" srcId="{0F82EEAE-B256-F34E-AE0D-FDFB2B7D80ED}" destId="{63DFF5D0-CF6C-A640-8FDD-3EE5AAB52D11}" srcOrd="3" destOrd="0" presId="urn:microsoft.com/office/officeart/2005/8/layout/chevron2"/>
    <dgm:cxn modelId="{AAD02973-BCD3-4843-94C5-4F86998C79ED}" type="presParOf" srcId="{0F82EEAE-B256-F34E-AE0D-FDFB2B7D80ED}" destId="{A242117F-2902-414D-BF4E-08835D62C6BD}" srcOrd="4" destOrd="0" presId="urn:microsoft.com/office/officeart/2005/8/layout/chevron2"/>
    <dgm:cxn modelId="{BA7217A9-448F-1F4F-A5E1-31FDC4CBDAA1}" type="presParOf" srcId="{A242117F-2902-414D-BF4E-08835D62C6BD}" destId="{788C6EAD-A578-8340-A00A-1F35A62EF11C}" srcOrd="0" destOrd="0" presId="urn:microsoft.com/office/officeart/2005/8/layout/chevron2"/>
    <dgm:cxn modelId="{450713ED-84FE-9749-AA05-EFE0B49339DC}" type="presParOf" srcId="{A242117F-2902-414D-BF4E-08835D62C6BD}" destId="{5F99AC37-EF92-DD46-ACA2-295896F1A8F9}" srcOrd="1" destOrd="0" presId="urn:microsoft.com/office/officeart/2005/8/layout/chevron2"/>
    <dgm:cxn modelId="{A01ED147-92D9-E54B-8B8D-2742532D0E70}" type="presParOf" srcId="{0F82EEAE-B256-F34E-AE0D-FDFB2B7D80ED}" destId="{D8A5F113-AB73-6644-91D7-CDC440D13E4C}" srcOrd="5" destOrd="0" presId="urn:microsoft.com/office/officeart/2005/8/layout/chevron2"/>
    <dgm:cxn modelId="{3B85C371-4508-A043-BAE8-313E0AE0DB90}" type="presParOf" srcId="{0F82EEAE-B256-F34E-AE0D-FDFB2B7D80ED}" destId="{8CFA02D7-A944-044C-9C97-80AC9C4140E9}" srcOrd="6" destOrd="0" presId="urn:microsoft.com/office/officeart/2005/8/layout/chevron2"/>
    <dgm:cxn modelId="{45280A93-01AE-D642-B994-4B0312E91767}" type="presParOf" srcId="{8CFA02D7-A944-044C-9C97-80AC9C4140E9}" destId="{068F46B8-EBFA-274E-A300-C0D9F813D45C}" srcOrd="0" destOrd="0" presId="urn:microsoft.com/office/officeart/2005/8/layout/chevron2"/>
    <dgm:cxn modelId="{D135DB30-BF92-AD48-8245-A21363851B6F}" type="presParOf" srcId="{8CFA02D7-A944-044C-9C97-80AC9C4140E9}" destId="{59325B7C-F345-0944-8C67-B81FBD5E1587}" srcOrd="1" destOrd="0" presId="urn:microsoft.com/office/officeart/2005/8/layout/chevron2"/>
    <dgm:cxn modelId="{3E65CE7E-F387-5D4B-92F4-ADC4C7A2944B}" type="presParOf" srcId="{0F82EEAE-B256-F34E-AE0D-FDFB2B7D80ED}" destId="{D1F7D432-F8E6-5D4A-B7BD-A3CC2F2A5F1F}" srcOrd="7" destOrd="0" presId="urn:microsoft.com/office/officeart/2005/8/layout/chevron2"/>
    <dgm:cxn modelId="{3FC573AB-FFBE-CF4C-B393-4589CBACFFB1}" type="presParOf" srcId="{0F82EEAE-B256-F34E-AE0D-FDFB2B7D80ED}" destId="{02F7F87C-68DF-8F4B-ABFF-806691E69B43}" srcOrd="8" destOrd="0" presId="urn:microsoft.com/office/officeart/2005/8/layout/chevron2"/>
    <dgm:cxn modelId="{D4CD8E23-3931-F54D-8018-BB64CF17816B}" type="presParOf" srcId="{02F7F87C-68DF-8F4B-ABFF-806691E69B43}" destId="{32006CAF-703B-3440-A70A-393279323441}" srcOrd="0" destOrd="0" presId="urn:microsoft.com/office/officeart/2005/8/layout/chevron2"/>
    <dgm:cxn modelId="{75CFC266-C098-D94F-BD35-8C089F8DBAAA}" type="presParOf" srcId="{02F7F87C-68DF-8F4B-ABFF-806691E69B43}" destId="{98A8B1D9-59BB-0A4E-AE22-7209D0B7797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95AAFB-C1E7-0B43-B3C9-01AE3F52A5A6}" type="doc">
      <dgm:prSet loTypeId="urn:microsoft.com/office/officeart/2005/8/layout/hList1" loCatId="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66F5B4D-C29B-9D45-A31C-A4280E4EBF94}">
      <dgm:prSet phldrT="[Text]"/>
      <dgm:spPr/>
      <dgm:t>
        <a:bodyPr/>
        <a:lstStyle/>
        <a:p>
          <a:r>
            <a:rPr lang="en-US" dirty="0"/>
            <a:t>Reiss Benchmark</a:t>
          </a:r>
        </a:p>
      </dgm:t>
    </dgm:pt>
    <dgm:pt modelId="{6204CC8E-251B-1D44-ADCC-3C1E88644BD2}" type="parTrans" cxnId="{F8D7770D-2E15-E84D-9CDE-4C374217218C}">
      <dgm:prSet/>
      <dgm:spPr/>
      <dgm:t>
        <a:bodyPr/>
        <a:lstStyle/>
        <a:p>
          <a:endParaRPr lang="en-US"/>
        </a:p>
      </dgm:t>
    </dgm:pt>
    <dgm:pt modelId="{9E663134-246F-6745-B196-BA8501FCEE3A}" type="sibTrans" cxnId="{F8D7770D-2E15-E84D-9CDE-4C374217218C}">
      <dgm:prSet/>
      <dgm:spPr/>
      <dgm:t>
        <a:bodyPr/>
        <a:lstStyle/>
        <a:p>
          <a:endParaRPr lang="en-US"/>
        </a:p>
      </dgm:t>
    </dgm:pt>
    <dgm:pt modelId="{4FDCDEFE-1F2A-184C-B964-F476878D7AC4}">
      <dgm:prSet phldrT="[Text]" custT="1"/>
      <dgm:spPr/>
      <dgm:t>
        <a:bodyPr/>
        <a:lstStyle/>
        <a:p>
          <a:r>
            <a:rPr lang="en-US" sz="2000" dirty="0">
              <a:solidFill>
                <a:schemeClr val="bg2"/>
              </a:solidFill>
            </a:rPr>
            <a:t>1325 test cases</a:t>
          </a:r>
        </a:p>
      </dgm:t>
    </dgm:pt>
    <dgm:pt modelId="{F6E17C92-3B95-9247-B58C-FBE02C3A2F37}" type="parTrans" cxnId="{84EB96BC-2748-434F-BD7A-CF6EFDBFD258}">
      <dgm:prSet/>
      <dgm:spPr/>
      <dgm:t>
        <a:bodyPr/>
        <a:lstStyle/>
        <a:p>
          <a:endParaRPr lang="en-US"/>
        </a:p>
      </dgm:t>
    </dgm:pt>
    <dgm:pt modelId="{E51A8096-A0DE-1A48-B9CC-95DAF60E5058}" type="sibTrans" cxnId="{84EB96BC-2748-434F-BD7A-CF6EFDBFD258}">
      <dgm:prSet/>
      <dgm:spPr/>
      <dgm:t>
        <a:bodyPr/>
        <a:lstStyle/>
        <a:p>
          <a:endParaRPr lang="en-US"/>
        </a:p>
      </dgm:t>
    </dgm:pt>
    <dgm:pt modelId="{8E804D8B-42EE-4342-85A2-2C5102933F88}">
      <dgm:prSet phldrT="[Text]"/>
      <dgm:spPr/>
      <dgm:t>
        <a:bodyPr/>
        <a:lstStyle/>
        <a:p>
          <a:r>
            <a:rPr lang="en-US" dirty="0"/>
            <a:t>Eclipse Benchmark</a:t>
          </a:r>
        </a:p>
      </dgm:t>
    </dgm:pt>
    <dgm:pt modelId="{040FE4C7-C3EE-0440-8C7E-8D4E6BCCD2E0}" type="parTrans" cxnId="{9EF69267-E4AA-1F44-91BA-9E1C41AF6839}">
      <dgm:prSet/>
      <dgm:spPr/>
      <dgm:t>
        <a:bodyPr/>
        <a:lstStyle/>
        <a:p>
          <a:endParaRPr lang="en-US"/>
        </a:p>
      </dgm:t>
    </dgm:pt>
    <dgm:pt modelId="{3C122AB9-E317-1042-B303-F961C3A4FDCE}" type="sibTrans" cxnId="{9EF69267-E4AA-1F44-91BA-9E1C41AF6839}">
      <dgm:prSet/>
      <dgm:spPr/>
      <dgm:t>
        <a:bodyPr/>
        <a:lstStyle/>
        <a:p>
          <a:endParaRPr lang="en-US"/>
        </a:p>
      </dgm:t>
    </dgm:pt>
    <dgm:pt modelId="{6ABF92FE-1481-BC47-92F5-D2367210E049}">
      <dgm:prSet phldrT="[Text]" custT="1"/>
      <dgm:spPr/>
      <dgm:t>
        <a:bodyPr/>
        <a:lstStyle/>
        <a:p>
          <a:r>
            <a:rPr lang="en-US" sz="2000" dirty="0">
              <a:solidFill>
                <a:srgbClr val="333333"/>
              </a:solidFill>
            </a:rPr>
            <a:t>232 test cases</a:t>
          </a:r>
        </a:p>
      </dgm:t>
    </dgm:pt>
    <dgm:pt modelId="{E981983A-3E08-B940-897F-8F853A4CB419}" type="parTrans" cxnId="{D11CA771-F6D0-0344-A554-36971FF1FC49}">
      <dgm:prSet/>
      <dgm:spPr/>
      <dgm:t>
        <a:bodyPr/>
        <a:lstStyle/>
        <a:p>
          <a:endParaRPr lang="en-US"/>
        </a:p>
      </dgm:t>
    </dgm:pt>
    <dgm:pt modelId="{295597F5-4328-1C40-BF22-70F4B3739678}" type="sibTrans" cxnId="{D11CA771-F6D0-0344-A554-36971FF1FC49}">
      <dgm:prSet/>
      <dgm:spPr/>
      <dgm:t>
        <a:bodyPr/>
        <a:lstStyle/>
        <a:p>
          <a:endParaRPr lang="en-US"/>
        </a:p>
      </dgm:t>
    </dgm:pt>
    <dgm:pt modelId="{F866421E-88EC-6545-B99E-E07CC2D295C3}">
      <dgm:prSet phldrT="[Text]" custT="1"/>
      <dgm:spPr/>
      <dgm:t>
        <a:bodyPr/>
        <a:lstStyle/>
        <a:p>
          <a:r>
            <a:rPr lang="en-US" sz="2000" dirty="0">
              <a:solidFill>
                <a:srgbClr val="333333"/>
              </a:solidFill>
            </a:rPr>
            <a:t>More complex </a:t>
          </a:r>
        </a:p>
      </dgm:t>
    </dgm:pt>
    <dgm:pt modelId="{10F68AE7-2DA8-B249-8D8B-4F1E514B0132}" type="parTrans" cxnId="{879E20B9-FAFF-4942-80D3-1595C1B5DE39}">
      <dgm:prSet/>
      <dgm:spPr/>
      <dgm:t>
        <a:bodyPr/>
        <a:lstStyle/>
        <a:p>
          <a:endParaRPr lang="en-US"/>
        </a:p>
      </dgm:t>
    </dgm:pt>
    <dgm:pt modelId="{FB8FF2AA-780F-D94B-B578-A1424AE3D74E}" type="sibTrans" cxnId="{879E20B9-FAFF-4942-80D3-1595C1B5DE39}">
      <dgm:prSet/>
      <dgm:spPr/>
      <dgm:t>
        <a:bodyPr/>
        <a:lstStyle/>
        <a:p>
          <a:endParaRPr lang="en-US"/>
        </a:p>
      </dgm:t>
    </dgm:pt>
    <dgm:pt modelId="{9C001BD1-DC63-5E4C-8E7E-4A9128E1A262}">
      <dgm:prSet phldrT="[Text]"/>
      <dgm:spPr/>
      <dgm:t>
        <a:bodyPr/>
        <a:lstStyle/>
        <a:p>
          <a:r>
            <a:rPr lang="en-US" dirty="0"/>
            <a:t>NetBeans Benchmark</a:t>
          </a:r>
        </a:p>
      </dgm:t>
    </dgm:pt>
    <dgm:pt modelId="{166491B4-2A38-0641-8A9D-BFC0EAE7A85F}" type="parTrans" cxnId="{E5667BD4-5637-0F45-BC60-545476639CA2}">
      <dgm:prSet/>
      <dgm:spPr/>
      <dgm:t>
        <a:bodyPr/>
        <a:lstStyle/>
        <a:p>
          <a:endParaRPr lang="en-US"/>
        </a:p>
      </dgm:t>
    </dgm:pt>
    <dgm:pt modelId="{F803475A-0B07-7442-9A0C-AE73FF7EF209}" type="sibTrans" cxnId="{E5667BD4-5637-0F45-BC60-545476639CA2}">
      <dgm:prSet/>
      <dgm:spPr/>
      <dgm:t>
        <a:bodyPr/>
        <a:lstStyle/>
        <a:p>
          <a:endParaRPr lang="en-US"/>
        </a:p>
      </dgm:t>
    </dgm:pt>
    <dgm:pt modelId="{C3C3489A-9F71-D74C-A620-902F8AA5EC9A}">
      <dgm:prSet phldrT="[Text]" custT="1"/>
      <dgm:spPr/>
      <dgm:t>
        <a:bodyPr/>
        <a:lstStyle/>
        <a:p>
          <a:r>
            <a:rPr lang="en-US" sz="2000" dirty="0">
              <a:solidFill>
                <a:srgbClr val="333333"/>
              </a:solidFill>
            </a:rPr>
            <a:t>407 test cases</a:t>
          </a:r>
        </a:p>
      </dgm:t>
    </dgm:pt>
    <dgm:pt modelId="{BF1A3CDD-558B-E342-8DE4-03248A4AA094}" type="parTrans" cxnId="{EA4D4E09-1D4D-F546-AAA3-F88110294857}">
      <dgm:prSet/>
      <dgm:spPr/>
      <dgm:t>
        <a:bodyPr/>
        <a:lstStyle/>
        <a:p>
          <a:endParaRPr lang="en-US"/>
        </a:p>
      </dgm:t>
    </dgm:pt>
    <dgm:pt modelId="{44D8E760-2162-F640-989C-010AE20A12E5}" type="sibTrans" cxnId="{EA4D4E09-1D4D-F546-AAA3-F88110294857}">
      <dgm:prSet/>
      <dgm:spPr/>
      <dgm:t>
        <a:bodyPr/>
        <a:lstStyle/>
        <a:p>
          <a:endParaRPr lang="en-US"/>
        </a:p>
      </dgm:t>
    </dgm:pt>
    <dgm:pt modelId="{367BDB84-B1EA-9D4D-8D5B-2B710D75206E}">
      <dgm:prSet phldrT="[Text]" custT="1"/>
      <dgm:spPr/>
      <dgm:t>
        <a:bodyPr/>
        <a:lstStyle/>
        <a:p>
          <a:r>
            <a:rPr lang="en-US" sz="2000" dirty="0">
              <a:solidFill>
                <a:srgbClr val="333333"/>
              </a:solidFill>
            </a:rPr>
            <a:t>A balance between two</a:t>
          </a:r>
        </a:p>
      </dgm:t>
    </dgm:pt>
    <dgm:pt modelId="{A987BDF9-A8E9-6047-96F7-1C29DFEC011D}" type="parTrans" cxnId="{A4E36EE7-B174-4443-BBAD-1A1FC430779A}">
      <dgm:prSet/>
      <dgm:spPr/>
      <dgm:t>
        <a:bodyPr/>
        <a:lstStyle/>
        <a:p>
          <a:endParaRPr lang="en-US"/>
        </a:p>
      </dgm:t>
    </dgm:pt>
    <dgm:pt modelId="{DBD60EE5-0CAD-5F4F-83F3-A657D95B9F29}" type="sibTrans" cxnId="{A4E36EE7-B174-4443-BBAD-1A1FC430779A}">
      <dgm:prSet/>
      <dgm:spPr/>
      <dgm:t>
        <a:bodyPr/>
        <a:lstStyle/>
        <a:p>
          <a:endParaRPr lang="en-US"/>
        </a:p>
      </dgm:t>
    </dgm:pt>
    <dgm:pt modelId="{AE651417-FD70-3449-9670-FBC6A0B01B62}">
      <dgm:prSet phldrT="[Text]" custT="1"/>
      <dgm:spPr/>
      <dgm:t>
        <a:bodyPr/>
        <a:lstStyle/>
        <a:p>
          <a:endParaRPr lang="en-US" sz="2400" dirty="0"/>
        </a:p>
      </dgm:t>
    </dgm:pt>
    <dgm:pt modelId="{A24EB640-DAD9-EB4D-AD11-CC46C58A8B73}" type="parTrans" cxnId="{87FDC88E-7BF4-FE46-98AD-EE0A60A73593}">
      <dgm:prSet/>
      <dgm:spPr/>
      <dgm:t>
        <a:bodyPr/>
        <a:lstStyle/>
        <a:p>
          <a:endParaRPr lang="en-US"/>
        </a:p>
      </dgm:t>
    </dgm:pt>
    <dgm:pt modelId="{F10065D8-993D-814C-B55B-6F0CD1971753}" type="sibTrans" cxnId="{87FDC88E-7BF4-FE46-98AD-EE0A60A73593}">
      <dgm:prSet/>
      <dgm:spPr/>
      <dgm:t>
        <a:bodyPr/>
        <a:lstStyle/>
        <a:p>
          <a:endParaRPr lang="en-US"/>
        </a:p>
      </dgm:t>
    </dgm:pt>
    <dgm:pt modelId="{ACDDC59D-F81A-4A4A-BE9B-0C3CA54D0B74}">
      <dgm:prSet phldrT="[Text]" custT="1"/>
      <dgm:spPr/>
      <dgm:t>
        <a:bodyPr/>
        <a:lstStyle/>
        <a:p>
          <a:r>
            <a:rPr lang="en-US" sz="2000" dirty="0">
              <a:solidFill>
                <a:schemeClr val="bg2"/>
              </a:solidFill>
            </a:rPr>
            <a:t>Simple changes</a:t>
          </a:r>
        </a:p>
      </dgm:t>
    </dgm:pt>
    <dgm:pt modelId="{1AFE5759-04E0-EA48-9995-865694E20526}" type="parTrans" cxnId="{48EAE9BB-3FDD-D94E-9257-8A434E741BBC}">
      <dgm:prSet/>
      <dgm:spPr/>
      <dgm:t>
        <a:bodyPr/>
        <a:lstStyle/>
        <a:p>
          <a:endParaRPr lang="en-US"/>
        </a:p>
      </dgm:t>
    </dgm:pt>
    <dgm:pt modelId="{415CF1A9-6B78-0A46-9C71-C6A8CD91CD9C}" type="sibTrans" cxnId="{48EAE9BB-3FDD-D94E-9257-8A434E741BBC}">
      <dgm:prSet/>
      <dgm:spPr/>
      <dgm:t>
        <a:bodyPr/>
        <a:lstStyle/>
        <a:p>
          <a:endParaRPr lang="en-US"/>
        </a:p>
      </dgm:t>
    </dgm:pt>
    <dgm:pt modelId="{16AE3FC8-604D-1E49-AD93-E28302DB0DF9}" type="pres">
      <dgm:prSet presAssocID="{9795AAFB-C1E7-0B43-B3C9-01AE3F52A5A6}" presName="Name0" presStyleCnt="0">
        <dgm:presLayoutVars>
          <dgm:dir/>
          <dgm:animLvl val="lvl"/>
          <dgm:resizeHandles val="exact"/>
        </dgm:presLayoutVars>
      </dgm:prSet>
      <dgm:spPr/>
    </dgm:pt>
    <dgm:pt modelId="{2D6A193B-1A97-034E-AF17-A584C30676EB}" type="pres">
      <dgm:prSet presAssocID="{666F5B4D-C29B-9D45-A31C-A4280E4EBF94}" presName="composite" presStyleCnt="0"/>
      <dgm:spPr/>
    </dgm:pt>
    <dgm:pt modelId="{563AF953-B646-7449-BFB2-D0AC42FC90E5}" type="pres">
      <dgm:prSet presAssocID="{666F5B4D-C29B-9D45-A31C-A4280E4EBF9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00AA823-7145-8744-9335-AB63DADD2C24}" type="pres">
      <dgm:prSet presAssocID="{666F5B4D-C29B-9D45-A31C-A4280E4EBF94}" presName="desTx" presStyleLbl="alignAccFollowNode1" presStyleIdx="0" presStyleCnt="3">
        <dgm:presLayoutVars>
          <dgm:bulletEnabled val="1"/>
        </dgm:presLayoutVars>
      </dgm:prSet>
      <dgm:spPr/>
    </dgm:pt>
    <dgm:pt modelId="{5DFEBC65-6E24-EB43-9575-3A56156FFEF8}" type="pres">
      <dgm:prSet presAssocID="{9E663134-246F-6745-B196-BA8501FCEE3A}" presName="space" presStyleCnt="0"/>
      <dgm:spPr/>
    </dgm:pt>
    <dgm:pt modelId="{81EF51A5-50B5-F24F-AE27-DCD5FAC2279A}" type="pres">
      <dgm:prSet presAssocID="{8E804D8B-42EE-4342-85A2-2C5102933F88}" presName="composite" presStyleCnt="0"/>
      <dgm:spPr/>
    </dgm:pt>
    <dgm:pt modelId="{FE2AA6E1-10A6-BC4C-8CE3-0F65227B33BF}" type="pres">
      <dgm:prSet presAssocID="{8E804D8B-42EE-4342-85A2-2C5102933F8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33DD070-F2E5-2743-9405-2382B82C9865}" type="pres">
      <dgm:prSet presAssocID="{8E804D8B-42EE-4342-85A2-2C5102933F88}" presName="desTx" presStyleLbl="alignAccFollowNode1" presStyleIdx="1" presStyleCnt="3">
        <dgm:presLayoutVars>
          <dgm:bulletEnabled val="1"/>
        </dgm:presLayoutVars>
      </dgm:prSet>
      <dgm:spPr/>
    </dgm:pt>
    <dgm:pt modelId="{562B0D1D-28FA-3B42-929A-A46DB56D6932}" type="pres">
      <dgm:prSet presAssocID="{3C122AB9-E317-1042-B303-F961C3A4FDCE}" presName="space" presStyleCnt="0"/>
      <dgm:spPr/>
    </dgm:pt>
    <dgm:pt modelId="{C1B03C16-9699-F141-9F79-29101CAD1549}" type="pres">
      <dgm:prSet presAssocID="{9C001BD1-DC63-5E4C-8E7E-4A9128E1A262}" presName="composite" presStyleCnt="0"/>
      <dgm:spPr/>
    </dgm:pt>
    <dgm:pt modelId="{67CAE2CE-9964-9542-AD1C-190245E6FEC1}" type="pres">
      <dgm:prSet presAssocID="{9C001BD1-DC63-5E4C-8E7E-4A9128E1A26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E204814-A764-0A43-929C-F87F816F9DC5}" type="pres">
      <dgm:prSet presAssocID="{9C001BD1-DC63-5E4C-8E7E-4A9128E1A262}" presName="desTx" presStyleLbl="alignAccFollowNode1" presStyleIdx="2" presStyleCnt="3" custLinFactNeighborX="749">
        <dgm:presLayoutVars>
          <dgm:bulletEnabled val="1"/>
        </dgm:presLayoutVars>
      </dgm:prSet>
      <dgm:spPr/>
    </dgm:pt>
  </dgm:ptLst>
  <dgm:cxnLst>
    <dgm:cxn modelId="{EA4D4E09-1D4D-F546-AAA3-F88110294857}" srcId="{9C001BD1-DC63-5E4C-8E7E-4A9128E1A262}" destId="{C3C3489A-9F71-D74C-A620-902F8AA5EC9A}" srcOrd="0" destOrd="0" parTransId="{BF1A3CDD-558B-E342-8DE4-03248A4AA094}" sibTransId="{44D8E760-2162-F640-989C-010AE20A12E5}"/>
    <dgm:cxn modelId="{F8D7770D-2E15-E84D-9CDE-4C374217218C}" srcId="{9795AAFB-C1E7-0B43-B3C9-01AE3F52A5A6}" destId="{666F5B4D-C29B-9D45-A31C-A4280E4EBF94}" srcOrd="0" destOrd="0" parTransId="{6204CC8E-251B-1D44-ADCC-3C1E88644BD2}" sibTransId="{9E663134-246F-6745-B196-BA8501FCEE3A}"/>
    <dgm:cxn modelId="{FED4CB3D-2F75-8F4F-B44C-6F9593ADF9EE}" type="presOf" srcId="{AE651417-FD70-3449-9670-FBC6A0B01B62}" destId="{B00AA823-7145-8744-9335-AB63DADD2C24}" srcOrd="0" destOrd="2" presId="urn:microsoft.com/office/officeart/2005/8/layout/hList1"/>
    <dgm:cxn modelId="{46C00C41-68A4-D54B-90F0-76814132A152}" type="presOf" srcId="{ACDDC59D-F81A-4A4A-BE9B-0C3CA54D0B74}" destId="{B00AA823-7145-8744-9335-AB63DADD2C24}" srcOrd="0" destOrd="1" presId="urn:microsoft.com/office/officeart/2005/8/layout/hList1"/>
    <dgm:cxn modelId="{88FF4444-ADFE-6449-9C08-F22839922A84}" type="presOf" srcId="{9795AAFB-C1E7-0B43-B3C9-01AE3F52A5A6}" destId="{16AE3FC8-604D-1E49-AD93-E28302DB0DF9}" srcOrd="0" destOrd="0" presId="urn:microsoft.com/office/officeart/2005/8/layout/hList1"/>
    <dgm:cxn modelId="{CCBF7E4A-C86D-D84A-A74A-069F6A4EFF3F}" type="presOf" srcId="{666F5B4D-C29B-9D45-A31C-A4280E4EBF94}" destId="{563AF953-B646-7449-BFB2-D0AC42FC90E5}" srcOrd="0" destOrd="0" presId="urn:microsoft.com/office/officeart/2005/8/layout/hList1"/>
    <dgm:cxn modelId="{9EF69267-E4AA-1F44-91BA-9E1C41AF6839}" srcId="{9795AAFB-C1E7-0B43-B3C9-01AE3F52A5A6}" destId="{8E804D8B-42EE-4342-85A2-2C5102933F88}" srcOrd="1" destOrd="0" parTransId="{040FE4C7-C3EE-0440-8C7E-8D4E6BCCD2E0}" sibTransId="{3C122AB9-E317-1042-B303-F961C3A4FDCE}"/>
    <dgm:cxn modelId="{594EB66E-87E2-ED47-A6ED-039241D951EF}" type="presOf" srcId="{8E804D8B-42EE-4342-85A2-2C5102933F88}" destId="{FE2AA6E1-10A6-BC4C-8CE3-0F65227B33BF}" srcOrd="0" destOrd="0" presId="urn:microsoft.com/office/officeart/2005/8/layout/hList1"/>
    <dgm:cxn modelId="{D11CA771-F6D0-0344-A554-36971FF1FC49}" srcId="{8E804D8B-42EE-4342-85A2-2C5102933F88}" destId="{6ABF92FE-1481-BC47-92F5-D2367210E049}" srcOrd="0" destOrd="0" parTransId="{E981983A-3E08-B940-897F-8F853A4CB419}" sibTransId="{295597F5-4328-1C40-BF22-70F4B3739678}"/>
    <dgm:cxn modelId="{880C5775-2ABD-2E4E-BF71-4ED93920337E}" type="presOf" srcId="{9C001BD1-DC63-5E4C-8E7E-4A9128E1A262}" destId="{67CAE2CE-9964-9542-AD1C-190245E6FEC1}" srcOrd="0" destOrd="0" presId="urn:microsoft.com/office/officeart/2005/8/layout/hList1"/>
    <dgm:cxn modelId="{956E467F-BA3A-E442-B1ED-B0B58F6C0A10}" type="presOf" srcId="{367BDB84-B1EA-9D4D-8D5B-2B710D75206E}" destId="{EE204814-A764-0A43-929C-F87F816F9DC5}" srcOrd="0" destOrd="1" presId="urn:microsoft.com/office/officeart/2005/8/layout/hList1"/>
    <dgm:cxn modelId="{87FDC88E-7BF4-FE46-98AD-EE0A60A73593}" srcId="{666F5B4D-C29B-9D45-A31C-A4280E4EBF94}" destId="{AE651417-FD70-3449-9670-FBC6A0B01B62}" srcOrd="2" destOrd="0" parTransId="{A24EB640-DAD9-EB4D-AD11-CC46C58A8B73}" sibTransId="{F10065D8-993D-814C-B55B-6F0CD1971753}"/>
    <dgm:cxn modelId="{7AADED8E-30E2-B04F-A6A8-2420288D2476}" type="presOf" srcId="{6ABF92FE-1481-BC47-92F5-D2367210E049}" destId="{833DD070-F2E5-2743-9405-2382B82C9865}" srcOrd="0" destOrd="0" presId="urn:microsoft.com/office/officeart/2005/8/layout/hList1"/>
    <dgm:cxn modelId="{D71F9D90-E347-F44F-9BB9-644B2196FFC2}" type="presOf" srcId="{C3C3489A-9F71-D74C-A620-902F8AA5EC9A}" destId="{EE204814-A764-0A43-929C-F87F816F9DC5}" srcOrd="0" destOrd="0" presId="urn:microsoft.com/office/officeart/2005/8/layout/hList1"/>
    <dgm:cxn modelId="{266FA997-B551-7A4B-8B85-394123074525}" type="presOf" srcId="{F866421E-88EC-6545-B99E-E07CC2D295C3}" destId="{833DD070-F2E5-2743-9405-2382B82C9865}" srcOrd="0" destOrd="1" presId="urn:microsoft.com/office/officeart/2005/8/layout/hList1"/>
    <dgm:cxn modelId="{68DF8CA5-7492-7A48-8664-6C05FD8D6780}" type="presOf" srcId="{4FDCDEFE-1F2A-184C-B964-F476878D7AC4}" destId="{B00AA823-7145-8744-9335-AB63DADD2C24}" srcOrd="0" destOrd="0" presId="urn:microsoft.com/office/officeart/2005/8/layout/hList1"/>
    <dgm:cxn modelId="{879E20B9-FAFF-4942-80D3-1595C1B5DE39}" srcId="{8E804D8B-42EE-4342-85A2-2C5102933F88}" destId="{F866421E-88EC-6545-B99E-E07CC2D295C3}" srcOrd="1" destOrd="0" parTransId="{10F68AE7-2DA8-B249-8D8B-4F1E514B0132}" sibTransId="{FB8FF2AA-780F-D94B-B578-A1424AE3D74E}"/>
    <dgm:cxn modelId="{48EAE9BB-3FDD-D94E-9257-8A434E741BBC}" srcId="{666F5B4D-C29B-9D45-A31C-A4280E4EBF94}" destId="{ACDDC59D-F81A-4A4A-BE9B-0C3CA54D0B74}" srcOrd="1" destOrd="0" parTransId="{1AFE5759-04E0-EA48-9995-865694E20526}" sibTransId="{415CF1A9-6B78-0A46-9C71-C6A8CD91CD9C}"/>
    <dgm:cxn modelId="{84EB96BC-2748-434F-BD7A-CF6EFDBFD258}" srcId="{666F5B4D-C29B-9D45-A31C-A4280E4EBF94}" destId="{4FDCDEFE-1F2A-184C-B964-F476878D7AC4}" srcOrd="0" destOrd="0" parTransId="{F6E17C92-3B95-9247-B58C-FBE02C3A2F37}" sibTransId="{E51A8096-A0DE-1A48-B9CC-95DAF60E5058}"/>
    <dgm:cxn modelId="{E5667BD4-5637-0F45-BC60-545476639CA2}" srcId="{9795AAFB-C1E7-0B43-B3C9-01AE3F52A5A6}" destId="{9C001BD1-DC63-5E4C-8E7E-4A9128E1A262}" srcOrd="2" destOrd="0" parTransId="{166491B4-2A38-0641-8A9D-BFC0EAE7A85F}" sibTransId="{F803475A-0B07-7442-9A0C-AE73FF7EF209}"/>
    <dgm:cxn modelId="{A4E36EE7-B174-4443-BBAD-1A1FC430779A}" srcId="{9C001BD1-DC63-5E4C-8E7E-4A9128E1A262}" destId="{367BDB84-B1EA-9D4D-8D5B-2B710D75206E}" srcOrd="1" destOrd="0" parTransId="{A987BDF9-A8E9-6047-96F7-1C29DFEC011D}" sibTransId="{DBD60EE5-0CAD-5F4F-83F3-A657D95B9F29}"/>
    <dgm:cxn modelId="{3DF86EFA-EF33-3740-8B92-32988D43DFDE}" type="presParOf" srcId="{16AE3FC8-604D-1E49-AD93-E28302DB0DF9}" destId="{2D6A193B-1A97-034E-AF17-A584C30676EB}" srcOrd="0" destOrd="0" presId="urn:microsoft.com/office/officeart/2005/8/layout/hList1"/>
    <dgm:cxn modelId="{B27409AE-894D-A342-98B7-8B042A7BEDD0}" type="presParOf" srcId="{2D6A193B-1A97-034E-AF17-A584C30676EB}" destId="{563AF953-B646-7449-BFB2-D0AC42FC90E5}" srcOrd="0" destOrd="0" presId="urn:microsoft.com/office/officeart/2005/8/layout/hList1"/>
    <dgm:cxn modelId="{C916FB81-8AEA-BF46-AC0F-F18F44F33D9B}" type="presParOf" srcId="{2D6A193B-1A97-034E-AF17-A584C30676EB}" destId="{B00AA823-7145-8744-9335-AB63DADD2C24}" srcOrd="1" destOrd="0" presId="urn:microsoft.com/office/officeart/2005/8/layout/hList1"/>
    <dgm:cxn modelId="{4FFAC348-9190-9943-8C6E-35BD9B195FB5}" type="presParOf" srcId="{16AE3FC8-604D-1E49-AD93-E28302DB0DF9}" destId="{5DFEBC65-6E24-EB43-9575-3A56156FFEF8}" srcOrd="1" destOrd="0" presId="urn:microsoft.com/office/officeart/2005/8/layout/hList1"/>
    <dgm:cxn modelId="{0FF92308-A5DC-7944-BE77-CE4A914DD3E6}" type="presParOf" srcId="{16AE3FC8-604D-1E49-AD93-E28302DB0DF9}" destId="{81EF51A5-50B5-F24F-AE27-DCD5FAC2279A}" srcOrd="2" destOrd="0" presId="urn:microsoft.com/office/officeart/2005/8/layout/hList1"/>
    <dgm:cxn modelId="{ACE40E44-C729-B342-8C02-4CCD5A898DB4}" type="presParOf" srcId="{81EF51A5-50B5-F24F-AE27-DCD5FAC2279A}" destId="{FE2AA6E1-10A6-BC4C-8CE3-0F65227B33BF}" srcOrd="0" destOrd="0" presId="urn:microsoft.com/office/officeart/2005/8/layout/hList1"/>
    <dgm:cxn modelId="{CEEFBF12-3BC9-814D-ADD9-9CA7745EC06C}" type="presParOf" srcId="{81EF51A5-50B5-F24F-AE27-DCD5FAC2279A}" destId="{833DD070-F2E5-2743-9405-2382B82C9865}" srcOrd="1" destOrd="0" presId="urn:microsoft.com/office/officeart/2005/8/layout/hList1"/>
    <dgm:cxn modelId="{6C26FAAC-BC1B-F34E-8829-73F3197C025E}" type="presParOf" srcId="{16AE3FC8-604D-1E49-AD93-E28302DB0DF9}" destId="{562B0D1D-28FA-3B42-929A-A46DB56D6932}" srcOrd="3" destOrd="0" presId="urn:microsoft.com/office/officeart/2005/8/layout/hList1"/>
    <dgm:cxn modelId="{7F5BA8E3-4382-0F44-9051-8046A31D21E2}" type="presParOf" srcId="{16AE3FC8-604D-1E49-AD93-E28302DB0DF9}" destId="{C1B03C16-9699-F141-9F79-29101CAD1549}" srcOrd="4" destOrd="0" presId="urn:microsoft.com/office/officeart/2005/8/layout/hList1"/>
    <dgm:cxn modelId="{72D14808-B2F1-234C-B48D-D311C0285589}" type="presParOf" srcId="{C1B03C16-9699-F141-9F79-29101CAD1549}" destId="{67CAE2CE-9964-9542-AD1C-190245E6FEC1}" srcOrd="0" destOrd="0" presId="urn:microsoft.com/office/officeart/2005/8/layout/hList1"/>
    <dgm:cxn modelId="{F142D24D-F6E8-8B4C-9CBF-B4A38CFC9C7A}" type="presParOf" srcId="{C1B03C16-9699-F141-9F79-29101CAD1549}" destId="{EE204814-A764-0A43-929C-F87F816F9DC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6148E-E53A-8A4E-B064-02705F3F6914}">
      <dsp:nvSpPr>
        <dsp:cNvPr id="0" name=""/>
        <dsp:cNvSpPr/>
      </dsp:nvSpPr>
      <dsp:spPr>
        <a:xfrm>
          <a:off x="2851662" y="2272722"/>
          <a:ext cx="1908739" cy="190873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What If</a:t>
          </a:r>
        </a:p>
      </dsp:txBody>
      <dsp:txXfrm>
        <a:off x="3131190" y="2552250"/>
        <a:ext cx="1349683" cy="1349683"/>
      </dsp:txXfrm>
    </dsp:sp>
    <dsp:sp modelId="{D00804DC-175F-024C-A46D-CE58665B300F}">
      <dsp:nvSpPr>
        <dsp:cNvPr id="0" name=""/>
        <dsp:cNvSpPr/>
      </dsp:nvSpPr>
      <dsp:spPr>
        <a:xfrm rot="12768780">
          <a:off x="1407251" y="1939564"/>
          <a:ext cx="1647534" cy="543990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DB578-7716-5B41-B5EA-DB7C1EDC76DE}">
      <dsp:nvSpPr>
        <dsp:cNvPr id="0" name=""/>
        <dsp:cNvSpPr/>
      </dsp:nvSpPr>
      <dsp:spPr>
        <a:xfrm>
          <a:off x="632037" y="1039840"/>
          <a:ext cx="1813302" cy="145064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Language-Independent</a:t>
          </a:r>
        </a:p>
      </dsp:txBody>
      <dsp:txXfrm>
        <a:off x="674525" y="1082328"/>
        <a:ext cx="1728326" cy="1365666"/>
      </dsp:txXfrm>
    </dsp:sp>
    <dsp:sp modelId="{B9962132-830F-964E-B09E-731277422BE1}">
      <dsp:nvSpPr>
        <dsp:cNvPr id="0" name=""/>
        <dsp:cNvSpPr/>
      </dsp:nvSpPr>
      <dsp:spPr>
        <a:xfrm rot="16200000">
          <a:off x="3075155" y="1184774"/>
          <a:ext cx="1461753" cy="543990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8A48D-9B63-5B4D-8FB4-AF0EA91BED09}">
      <dsp:nvSpPr>
        <dsp:cNvPr id="0" name=""/>
        <dsp:cNvSpPr/>
      </dsp:nvSpPr>
      <dsp:spPr>
        <a:xfrm>
          <a:off x="2899380" y="572"/>
          <a:ext cx="1813302" cy="145064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Less Prone to Change</a:t>
          </a:r>
        </a:p>
      </dsp:txBody>
      <dsp:txXfrm>
        <a:off x="2941868" y="43060"/>
        <a:ext cx="1728326" cy="1365666"/>
      </dsp:txXfrm>
    </dsp:sp>
    <dsp:sp modelId="{5E6CEA01-418D-FC42-A997-7D650FF9D9DB}">
      <dsp:nvSpPr>
        <dsp:cNvPr id="0" name=""/>
        <dsp:cNvSpPr/>
      </dsp:nvSpPr>
      <dsp:spPr>
        <a:xfrm rot="19750128">
          <a:off x="4587911" y="1945635"/>
          <a:ext cx="1818827" cy="543990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E76DB-29A1-D041-84DE-7415FF4F4879}">
      <dsp:nvSpPr>
        <dsp:cNvPr id="0" name=""/>
        <dsp:cNvSpPr/>
      </dsp:nvSpPr>
      <dsp:spPr>
        <a:xfrm>
          <a:off x="5371570" y="1026225"/>
          <a:ext cx="1813302" cy="145064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Detect Line Splitting</a:t>
          </a:r>
        </a:p>
      </dsp:txBody>
      <dsp:txXfrm>
        <a:off x="5414058" y="1068713"/>
        <a:ext cx="1728326" cy="1365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8E9D6-18C1-714F-9852-7AD81D355845}">
      <dsp:nvSpPr>
        <dsp:cNvPr id="0" name=""/>
        <dsp:cNvSpPr/>
      </dsp:nvSpPr>
      <dsp:spPr>
        <a:xfrm rot="5400000">
          <a:off x="-113892" y="114324"/>
          <a:ext cx="759286" cy="531500"/>
        </a:xfrm>
        <a:prstGeom prst="chevron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Step-1</a:t>
          </a:r>
        </a:p>
      </dsp:txBody>
      <dsp:txXfrm rot="-5400000">
        <a:off x="1" y="266181"/>
        <a:ext cx="531500" cy="227786"/>
      </dsp:txXfrm>
    </dsp:sp>
    <dsp:sp modelId="{86AD2E7D-06A1-7E42-8A24-58697DE3E1E4}">
      <dsp:nvSpPr>
        <dsp:cNvPr id="0" name=""/>
        <dsp:cNvSpPr/>
      </dsp:nvSpPr>
      <dsp:spPr>
        <a:xfrm rot="5400000">
          <a:off x="2672195" y="-2140263"/>
          <a:ext cx="493536" cy="477492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Preprocessing</a:t>
          </a:r>
        </a:p>
      </dsp:txBody>
      <dsp:txXfrm rot="-5400000">
        <a:off x="531501" y="24523"/>
        <a:ext cx="4750833" cy="445352"/>
      </dsp:txXfrm>
    </dsp:sp>
    <dsp:sp modelId="{9162C255-8AA3-6844-9464-294EF1219D6F}">
      <dsp:nvSpPr>
        <dsp:cNvPr id="0" name=""/>
        <dsp:cNvSpPr/>
      </dsp:nvSpPr>
      <dsp:spPr>
        <a:xfrm rot="5400000">
          <a:off x="-113892" y="750545"/>
          <a:ext cx="759286" cy="531500"/>
        </a:xfrm>
        <a:prstGeom prst="chevron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Step-2</a:t>
          </a:r>
        </a:p>
      </dsp:txBody>
      <dsp:txXfrm rot="-5400000">
        <a:off x="1" y="902402"/>
        <a:ext cx="531500" cy="227786"/>
      </dsp:txXfrm>
    </dsp:sp>
    <dsp:sp modelId="{6F6FE6D8-10E1-CF41-912D-5693A7208F79}">
      <dsp:nvSpPr>
        <dsp:cNvPr id="0" name=""/>
        <dsp:cNvSpPr/>
      </dsp:nvSpPr>
      <dsp:spPr>
        <a:xfrm rot="5400000">
          <a:off x="2672195" y="-1504042"/>
          <a:ext cx="493536" cy="477492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Detect Unchanged Lines</a:t>
          </a:r>
        </a:p>
      </dsp:txBody>
      <dsp:txXfrm rot="-5400000">
        <a:off x="531501" y="660744"/>
        <a:ext cx="4750833" cy="445352"/>
      </dsp:txXfrm>
    </dsp:sp>
    <dsp:sp modelId="{788C6EAD-A578-8340-A00A-1F35A62EF11C}">
      <dsp:nvSpPr>
        <dsp:cNvPr id="0" name=""/>
        <dsp:cNvSpPr/>
      </dsp:nvSpPr>
      <dsp:spPr>
        <a:xfrm rot="5400000">
          <a:off x="-113892" y="1386766"/>
          <a:ext cx="759286" cy="531500"/>
        </a:xfrm>
        <a:prstGeom prst="chevron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Step-3</a:t>
          </a:r>
        </a:p>
      </dsp:txBody>
      <dsp:txXfrm rot="-5400000">
        <a:off x="1" y="1538623"/>
        <a:ext cx="531500" cy="227786"/>
      </dsp:txXfrm>
    </dsp:sp>
    <dsp:sp modelId="{5F99AC37-EF92-DD46-ACA2-295896F1A8F9}">
      <dsp:nvSpPr>
        <dsp:cNvPr id="0" name=""/>
        <dsp:cNvSpPr/>
      </dsp:nvSpPr>
      <dsp:spPr>
        <a:xfrm rot="5400000">
          <a:off x="2672195" y="-867820"/>
          <a:ext cx="493536" cy="477492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Generate Candidate List</a:t>
          </a:r>
        </a:p>
      </dsp:txBody>
      <dsp:txXfrm rot="-5400000">
        <a:off x="531501" y="1296966"/>
        <a:ext cx="4750833" cy="445352"/>
      </dsp:txXfrm>
    </dsp:sp>
    <dsp:sp modelId="{068F46B8-EBFA-274E-A300-C0D9F813D45C}">
      <dsp:nvSpPr>
        <dsp:cNvPr id="0" name=""/>
        <dsp:cNvSpPr/>
      </dsp:nvSpPr>
      <dsp:spPr>
        <a:xfrm rot="5400000">
          <a:off x="-113892" y="2022987"/>
          <a:ext cx="759286" cy="531500"/>
        </a:xfrm>
        <a:prstGeom prst="chevron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Step-4</a:t>
          </a:r>
        </a:p>
      </dsp:txBody>
      <dsp:txXfrm rot="-5400000">
        <a:off x="1" y="2174844"/>
        <a:ext cx="531500" cy="227786"/>
      </dsp:txXfrm>
    </dsp:sp>
    <dsp:sp modelId="{59325B7C-F345-0944-8C67-B81FBD5E1587}">
      <dsp:nvSpPr>
        <dsp:cNvPr id="0" name=""/>
        <dsp:cNvSpPr/>
      </dsp:nvSpPr>
      <dsp:spPr>
        <a:xfrm rot="5400000">
          <a:off x="2672195" y="-231599"/>
          <a:ext cx="493536" cy="477492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Resolve Conflicts</a:t>
          </a:r>
        </a:p>
      </dsp:txBody>
      <dsp:txXfrm rot="-5400000">
        <a:off x="531501" y="1933187"/>
        <a:ext cx="4750833" cy="445352"/>
      </dsp:txXfrm>
    </dsp:sp>
    <dsp:sp modelId="{32006CAF-703B-3440-A70A-393279323441}">
      <dsp:nvSpPr>
        <dsp:cNvPr id="0" name=""/>
        <dsp:cNvSpPr/>
      </dsp:nvSpPr>
      <dsp:spPr>
        <a:xfrm rot="5400000">
          <a:off x="-113892" y="2659209"/>
          <a:ext cx="759286" cy="531500"/>
        </a:xfrm>
        <a:prstGeom prst="chevron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1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Step-5</a:t>
          </a:r>
        </a:p>
      </dsp:txBody>
      <dsp:txXfrm rot="-5400000">
        <a:off x="1" y="2811066"/>
        <a:ext cx="531500" cy="227786"/>
      </dsp:txXfrm>
    </dsp:sp>
    <dsp:sp modelId="{98A8B1D9-59BB-0A4E-AE22-7209D0B77975}">
      <dsp:nvSpPr>
        <dsp:cNvPr id="0" name=""/>
        <dsp:cNvSpPr/>
      </dsp:nvSpPr>
      <dsp:spPr>
        <a:xfrm rot="5400000">
          <a:off x="2672195" y="404621"/>
          <a:ext cx="493536" cy="477492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9050" rIns="19050" bIns="190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Detect Line Splits</a:t>
          </a:r>
        </a:p>
      </dsp:txBody>
      <dsp:txXfrm rot="-5400000">
        <a:off x="531501" y="2569407"/>
        <a:ext cx="4750833" cy="4453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AF953-B646-7449-BFB2-D0AC42FC90E5}">
      <dsp:nvSpPr>
        <dsp:cNvPr id="0" name=""/>
        <dsp:cNvSpPr/>
      </dsp:nvSpPr>
      <dsp:spPr>
        <a:xfrm>
          <a:off x="2797" y="246720"/>
          <a:ext cx="2727897" cy="107256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3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Reiss Benchmark</a:t>
          </a:r>
        </a:p>
      </dsp:txBody>
      <dsp:txXfrm>
        <a:off x="2797" y="246720"/>
        <a:ext cx="2727897" cy="1072563"/>
      </dsp:txXfrm>
    </dsp:sp>
    <dsp:sp modelId="{B00AA823-7145-8744-9335-AB63DADD2C24}">
      <dsp:nvSpPr>
        <dsp:cNvPr id="0" name=""/>
        <dsp:cNvSpPr/>
      </dsp:nvSpPr>
      <dsp:spPr>
        <a:xfrm>
          <a:off x="2797" y="1319284"/>
          <a:ext cx="2727897" cy="136152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chemeClr val="bg2"/>
              </a:solidFill>
            </a:rPr>
            <a:t>1325 test cases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chemeClr val="bg2"/>
              </a:solidFill>
            </a:rPr>
            <a:t>Simple changes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</dsp:txBody>
      <dsp:txXfrm>
        <a:off x="2797" y="1319284"/>
        <a:ext cx="2727897" cy="1361520"/>
      </dsp:txXfrm>
    </dsp:sp>
    <dsp:sp modelId="{FE2AA6E1-10A6-BC4C-8CE3-0F65227B33BF}">
      <dsp:nvSpPr>
        <dsp:cNvPr id="0" name=""/>
        <dsp:cNvSpPr/>
      </dsp:nvSpPr>
      <dsp:spPr>
        <a:xfrm>
          <a:off x="3112601" y="246720"/>
          <a:ext cx="2727897" cy="107256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3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Eclipse Benchmark</a:t>
          </a:r>
        </a:p>
      </dsp:txBody>
      <dsp:txXfrm>
        <a:off x="3112601" y="246720"/>
        <a:ext cx="2727897" cy="1072563"/>
      </dsp:txXfrm>
    </dsp:sp>
    <dsp:sp modelId="{833DD070-F2E5-2743-9405-2382B82C9865}">
      <dsp:nvSpPr>
        <dsp:cNvPr id="0" name=""/>
        <dsp:cNvSpPr/>
      </dsp:nvSpPr>
      <dsp:spPr>
        <a:xfrm>
          <a:off x="3112601" y="1319284"/>
          <a:ext cx="2727897" cy="136152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rgbClr val="333333"/>
              </a:solidFill>
            </a:rPr>
            <a:t>232 test cases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rgbClr val="333333"/>
              </a:solidFill>
            </a:rPr>
            <a:t>More complex </a:t>
          </a:r>
        </a:p>
      </dsp:txBody>
      <dsp:txXfrm>
        <a:off x="3112601" y="1319284"/>
        <a:ext cx="2727897" cy="1361520"/>
      </dsp:txXfrm>
    </dsp:sp>
    <dsp:sp modelId="{67CAE2CE-9964-9542-AD1C-190245E6FEC1}">
      <dsp:nvSpPr>
        <dsp:cNvPr id="0" name=""/>
        <dsp:cNvSpPr/>
      </dsp:nvSpPr>
      <dsp:spPr>
        <a:xfrm>
          <a:off x="6222405" y="246720"/>
          <a:ext cx="2727897" cy="1072563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10000"/>
                <a:satMod val="135000"/>
              </a:schemeClr>
              <a:schemeClr val="accent3">
                <a:hueOff val="0"/>
                <a:satOff val="0"/>
                <a:lumOff val="0"/>
                <a:alphaOff val="0"/>
                <a:satMod val="150000"/>
                <a:lumMod val="110000"/>
              </a:schemeClr>
            </a:duotone>
          </a:blip>
          <a:stretch/>
        </a:blip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101600" dist="25400" dir="4800000" sx="103000" sy="103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l">
            <a:rot lat="0" lon="0" rev="3000000"/>
          </a:lightRig>
        </a:scene3d>
        <a:sp3d prstMaterial="softEdge">
          <a:bevelT w="0" h="0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NetBeans Benchmark</a:t>
          </a:r>
        </a:p>
      </dsp:txBody>
      <dsp:txXfrm>
        <a:off x="6222405" y="246720"/>
        <a:ext cx="2727897" cy="1072563"/>
      </dsp:txXfrm>
    </dsp:sp>
    <dsp:sp modelId="{EE204814-A764-0A43-929C-F87F816F9DC5}">
      <dsp:nvSpPr>
        <dsp:cNvPr id="0" name=""/>
        <dsp:cNvSpPr/>
      </dsp:nvSpPr>
      <dsp:spPr>
        <a:xfrm>
          <a:off x="6225203" y="1319284"/>
          <a:ext cx="2727897" cy="136152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rgbClr val="333333"/>
              </a:solidFill>
            </a:rPr>
            <a:t>407 test cases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rgbClr val="333333"/>
              </a:solidFill>
            </a:rPr>
            <a:t>A balance between two</a:t>
          </a:r>
        </a:p>
      </dsp:txBody>
      <dsp:txXfrm>
        <a:off x="6225203" y="1319284"/>
        <a:ext cx="2727897" cy="1361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D93AC-64BF-394F-B535-0CD34C6F48A5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09DCB-BD5B-714E-B137-58274D0E8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Bug-introducing changes are changes that introduce problems as indicated by later fixes.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19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15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algorithm operates in five different steps. We</a:t>
            </a:r>
            <a:r>
              <a:rPr lang="en-US" baseline="0" dirty="0"/>
              <a:t> will briefly describe each steps in the next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82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</a:t>
            </a:r>
            <a:r>
              <a:rPr lang="en-US" baseline="0" dirty="0"/>
              <a:t> changes are only cosmetic in nature. They do not change the behavior of source code. In this step we normalize each source code lines to remove some of those differences.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28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Lets take a look on an example. Here is a Java</a:t>
            </a:r>
            <a:r>
              <a:rPr lang="en-US" baseline="0" dirty="0"/>
              <a:t> source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28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white spaces are replaced by a single</a:t>
            </a:r>
            <a:r>
              <a:rPr lang="en-US" baseline="0" dirty="0"/>
              <a:t> one.</a:t>
            </a:r>
          </a:p>
          <a:p>
            <a:r>
              <a:rPr lang="en-US" baseline="0" dirty="0"/>
              <a:t>Remove case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28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store the list of</a:t>
            </a:r>
            <a:r>
              <a:rPr lang="en-US" baseline="0" dirty="0"/>
              <a:t> </a:t>
            </a:r>
            <a:r>
              <a:rPr lang="en-US" dirty="0"/>
              <a:t>deleted and added lines into two different lists. From now on,</a:t>
            </a:r>
          </a:p>
          <a:p>
            <a:r>
              <a:rPr lang="en-US" dirty="0"/>
              <a:t>we refer them as the left and right lists correspondingly.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4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store the list of</a:t>
            </a:r>
            <a:r>
              <a:rPr lang="en-US" baseline="0" dirty="0"/>
              <a:t> </a:t>
            </a:r>
            <a:r>
              <a:rPr lang="en-US" dirty="0"/>
              <a:t>deleted and added lines into two different lists. From now on,</a:t>
            </a:r>
          </a:p>
          <a:p>
            <a:r>
              <a:rPr lang="en-US" dirty="0"/>
              <a:t>we refer them as the left and right </a:t>
            </a:r>
            <a:r>
              <a:rPr lang="en-US"/>
              <a:t>lists correspondingly.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4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  <a:r>
              <a:rPr lang="en-US" baseline="0" dirty="0"/>
              <a:t> we need to map lines in the left and right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43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  <a:r>
              <a:rPr lang="en-US" baseline="0" dirty="0"/>
              <a:t> we need to map lines in the left and right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4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  <a:r>
              <a:rPr lang="en-US" baseline="0" dirty="0"/>
              <a:t> we need to map lines in the left and right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4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  <a:r>
              <a:rPr lang="en-US" baseline="0" dirty="0"/>
              <a:t> we need to map lines in the left and right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4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  <a:r>
              <a:rPr lang="en-US" baseline="0" dirty="0"/>
              <a:t> we need to map lines in the left and right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4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</a:t>
            </a:r>
            <a:r>
              <a:rPr lang="en-US" baseline="0" dirty="0"/>
              <a:t> we need to map lines in the left and right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4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0800">
              <a:spcBef>
                <a:spcPts val="0"/>
              </a:spcBef>
            </a:pPr>
            <a:r>
              <a:rPr lang="en-US" dirty="0"/>
              <a:t>For two binary strings (a and b) Hamming distance is calculated by</a:t>
            </a:r>
            <a:r>
              <a:rPr lang="en-US" baseline="0" dirty="0"/>
              <a:t> </a:t>
            </a:r>
            <a:r>
              <a:rPr lang="en-US" dirty="0"/>
              <a:t>counting the number of 1 bits in a  b (bitwise exclusive OR</a:t>
            </a:r>
            <a:r>
              <a:rPr lang="en-US" baseline="0" dirty="0"/>
              <a:t> </a:t>
            </a:r>
            <a:r>
              <a:rPr lang="en-US" dirty="0"/>
              <a:t>operation between a and b).</a:t>
            </a:r>
          </a:p>
          <a:p>
            <a:pPr marL="28080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smaller the hamming distance, the closer two two strings are.</a:t>
            </a:r>
          </a:p>
          <a:p>
            <a:pPr marL="280800">
              <a:spcBef>
                <a:spcPts val="0"/>
              </a:spcBef>
            </a:pPr>
            <a:endParaRPr lang="en-US" dirty="0"/>
          </a:p>
          <a:p>
            <a:pPr marL="280800">
              <a:spcBef>
                <a:spcPts val="0"/>
              </a:spcBef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4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each unmapped line of the new ﬁle, we repeatedly concatenate the line to the successive lines, one at a time, and determine normalized </a:t>
            </a:r>
            <a:r>
              <a:rPr lang="en-US"/>
              <a:t>Levenshtein distance with </a:t>
            </a:r>
            <a:r>
              <a:rPr lang="en-US" dirty="0"/>
              <a:t>another unmapped line in the old ﬁle until the similarity value starts to decrease.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Then, if the textual similarity</a:t>
            </a:r>
            <a:r>
              <a:rPr lang="en-US" baseline="0" dirty="0"/>
              <a:t> </a:t>
            </a:r>
            <a:r>
              <a:rPr lang="en-US" dirty="0"/>
              <a:t>between the concatenated lines and the left side line crosses</a:t>
            </a:r>
            <a:r>
              <a:rPr lang="en-US" baseline="0" dirty="0"/>
              <a:t> </a:t>
            </a:r>
            <a:r>
              <a:rPr lang="en-US" dirty="0"/>
              <a:t>a predeﬁne threshold value we map them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10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each unmapped line of the new ﬁle, we repeatedly concatenate the line to the successive lines, one at a time, and determine normalized Levenshtein distance with another unmapped line in the old ﬁle until the similarity value starts to decrease.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Then, if the textual similarity</a:t>
            </a:r>
            <a:r>
              <a:rPr lang="en-US" baseline="0" dirty="0"/>
              <a:t> </a:t>
            </a:r>
            <a:r>
              <a:rPr lang="en-US" dirty="0"/>
              <a:t>between the concatenated lines and the left side line crosses</a:t>
            </a:r>
            <a:r>
              <a:rPr lang="en-US" baseline="0" dirty="0"/>
              <a:t> </a:t>
            </a:r>
            <a:r>
              <a:rPr lang="en-US" dirty="0"/>
              <a:t>a predeﬁne threshold value we map them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10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these benchmarks are manually created.</a:t>
            </a:r>
            <a:r>
              <a:rPr lang="en-US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52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934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09DCB-BD5B-714E-B137-58274D0E830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8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0" y="3429000"/>
            <a:ext cx="9144000" cy="3429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9463" y="1918447"/>
            <a:ext cx="7583488" cy="1470025"/>
          </a:xfrm>
        </p:spPr>
        <p:txBody>
          <a:bodyPr anchor="b" anchorCtr="0"/>
          <a:lstStyle/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9463" y="3478306"/>
            <a:ext cx="7583487" cy="1752600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EB0A-9E3D-4B14-9782-E2AE3DA60D9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overlay-ruleSha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3984"/>
            <a:ext cx="9144000" cy="125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592"/>
            <a:ext cx="9144000" cy="125016"/>
          </a:xfrm>
          <a:prstGeom prst="rect">
            <a:avLst/>
          </a:prstGeom>
        </p:spPr>
      </p:pic>
      <p:pic>
        <p:nvPicPr>
          <p:cNvPr id="7" name="Picture 6" descr="Overlay-FullBackground.jpg"/>
          <p:cNvPicPr>
            <a:picLocks noChangeAspect="1"/>
          </p:cNvPicPr>
          <p:nvPr/>
        </p:nvPicPr>
        <p:blipFill>
          <a:blip r:embed="rId3"/>
          <a:srcRect t="23333"/>
          <a:stretch>
            <a:fillRect/>
          </a:stretch>
        </p:blipFill>
        <p:spPr>
          <a:xfrm>
            <a:off x="0" y="1425388"/>
            <a:ext cx="9144000" cy="5432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0" y="3429000"/>
            <a:ext cx="9144000" cy="3429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9463" y="789081"/>
            <a:ext cx="7583488" cy="1470025"/>
          </a:xfrm>
        </p:spPr>
        <p:txBody>
          <a:bodyPr anchor="ctr" anchorCtr="0"/>
          <a:lstStyle/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9463" y="4724400"/>
            <a:ext cx="7583487" cy="1385047"/>
          </a:xfrm>
        </p:spPr>
        <p:txBody>
          <a:bodyPr anchor="ctr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overlay-ruleSha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3984"/>
            <a:ext cx="9144000" cy="125016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3677371" y="2564085"/>
            <a:ext cx="1789259" cy="1729830"/>
          </a:xfrm>
          <a:prstGeom prst="ellipse">
            <a:avLst/>
          </a:prstGeom>
          <a:noFill/>
          <a:ln w="127000">
            <a:solidFill>
              <a:schemeClr val="tx2"/>
            </a:solidFill>
          </a:ln>
          <a:effectLst>
            <a:innerShdw blurRad="101600" dist="76200" dir="13500000">
              <a:prstClr val="black">
                <a:alpha val="57000"/>
              </a:prstClr>
            </a:innerShdw>
          </a:effectLst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CA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6984"/>
            <a:ext cx="9144000" cy="125016"/>
          </a:xfrm>
          <a:prstGeom prst="rect">
            <a:avLst/>
          </a:prstGeom>
        </p:spPr>
      </p:pic>
      <p:pic>
        <p:nvPicPr>
          <p:cNvPr id="7" name="Picture 6" descr="Overlay-FullBackground.jpg"/>
          <p:cNvPicPr>
            <a:picLocks noChangeAspect="1"/>
          </p:cNvPicPr>
          <p:nvPr/>
        </p:nvPicPr>
        <p:blipFill>
          <a:blip r:embed="rId3"/>
          <a:srcRect t="66667"/>
          <a:stretch>
            <a:fillRect/>
          </a:stretch>
        </p:blipFill>
        <p:spPr>
          <a:xfrm>
            <a:off x="0" y="4572000"/>
            <a:ext cx="9144000" cy="228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71800"/>
            <a:ext cx="7583487" cy="1362075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4724400"/>
            <a:ext cx="7583487" cy="139849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 typeface="Calisto MT" pitchFamily="18" charset="0"/>
              <a:buNone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592"/>
            <a:ext cx="9144000" cy="125016"/>
          </a:xfrm>
          <a:prstGeom prst="rect">
            <a:avLst/>
          </a:prstGeom>
        </p:spPr>
      </p:pic>
      <p:pic>
        <p:nvPicPr>
          <p:cNvPr id="11" name="Picture 10" descr="Overlay-FullBackground.jpg"/>
          <p:cNvPicPr>
            <a:picLocks noChangeAspect="1"/>
          </p:cNvPicPr>
          <p:nvPr/>
        </p:nvPicPr>
        <p:blipFill>
          <a:blip r:embed="rId3"/>
          <a:srcRect t="23333"/>
          <a:stretch>
            <a:fillRect/>
          </a:stretch>
        </p:blipFill>
        <p:spPr>
          <a:xfrm>
            <a:off x="0" y="1425388"/>
            <a:ext cx="9144000" cy="5432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62753"/>
            <a:ext cx="7583488" cy="1283167"/>
          </a:xfrm>
        </p:spPr>
        <p:txBody>
          <a:bodyPr/>
          <a:lstStyle/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9463" y="1828800"/>
            <a:ext cx="3566160" cy="42973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6791" y="1828800"/>
            <a:ext cx="3566160" cy="42973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592"/>
            <a:ext cx="9144000" cy="125016"/>
          </a:xfrm>
          <a:prstGeom prst="rect">
            <a:avLst/>
          </a:prstGeom>
        </p:spPr>
      </p:pic>
      <p:pic>
        <p:nvPicPr>
          <p:cNvPr id="13" name="Picture 12" descr="Overlay-FullBackground.jpg"/>
          <p:cNvPicPr>
            <a:picLocks noChangeAspect="1"/>
          </p:cNvPicPr>
          <p:nvPr/>
        </p:nvPicPr>
        <p:blipFill>
          <a:blip r:embed="rId3"/>
          <a:srcRect t="23333"/>
          <a:stretch>
            <a:fillRect/>
          </a:stretch>
        </p:blipFill>
        <p:spPr>
          <a:xfrm>
            <a:off x="0" y="1425388"/>
            <a:ext cx="9144000" cy="5432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62753"/>
            <a:ext cx="7583488" cy="1283167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1524000"/>
            <a:ext cx="3566160" cy="838200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ct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9463" y="2393576"/>
            <a:ext cx="3566160" cy="37325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6791" y="1524000"/>
            <a:ext cx="3566160" cy="838200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ct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6791" y="2393576"/>
            <a:ext cx="3566160" cy="37325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592"/>
            <a:ext cx="9144000" cy="125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Overlay-FullBackground.jpg"/>
          <p:cNvPicPr>
            <a:picLocks noChangeAspect="1"/>
          </p:cNvPicPr>
          <p:nvPr/>
        </p:nvPicPr>
        <p:blipFill>
          <a:blip r:embed="rId3"/>
          <a:srcRect t="21046"/>
          <a:stretch>
            <a:fillRect/>
          </a:stretch>
        </p:blipFill>
        <p:spPr>
          <a:xfrm>
            <a:off x="0" y="1447800"/>
            <a:ext cx="9144000" cy="5414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2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4572000" y="4482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73049"/>
            <a:ext cx="3962400" cy="1690221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defRPr sz="36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401" y="273050"/>
            <a:ext cx="3959352" cy="58531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1975104"/>
            <a:ext cx="3962400" cy="32004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buNone/>
              <a:defRPr sz="18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67000" y="6356350"/>
            <a:ext cx="1622612" cy="3651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2047" y="6356350"/>
            <a:ext cx="1891553" cy="3651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92808" y="5748338"/>
            <a:ext cx="762000" cy="576262"/>
          </a:xfrm>
        </p:spPr>
        <p:txBody>
          <a:bodyPr vert="horz" lIns="91440" tIns="45720" rIns="91440" bIns="45720" rtlCol="0" anchor="ctr"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defRPr sz="36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overlay-ruleShadow.png"/>
          <p:cNvPicPr>
            <a:picLocks noChangeAspect="1"/>
          </p:cNvPicPr>
          <p:nvPr/>
        </p:nvPicPr>
        <p:blipFill>
          <a:blip r:embed="rId3"/>
          <a:srcRect r="25031"/>
          <a:stretch>
            <a:fillRect/>
          </a:stretch>
        </p:blipFill>
        <p:spPr>
          <a:xfrm rot="16200000">
            <a:off x="1086391" y="3365075"/>
            <a:ext cx="6855164" cy="125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4572000" y="4482"/>
            <a:ext cx="457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overlay-ruleShadow.png"/>
          <p:cNvPicPr>
            <a:picLocks noChangeAspect="1"/>
          </p:cNvPicPr>
          <p:nvPr/>
        </p:nvPicPr>
        <p:blipFill>
          <a:blip r:embed="rId3"/>
          <a:srcRect r="25031"/>
          <a:stretch>
            <a:fillRect/>
          </a:stretch>
        </p:blipFill>
        <p:spPr>
          <a:xfrm rot="16200000">
            <a:off x="1086391" y="3365075"/>
            <a:ext cx="6855164" cy="125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74320"/>
            <a:ext cx="3959352" cy="1691640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64608" y="264907"/>
            <a:ext cx="3959352" cy="6328186"/>
          </a:xfrm>
          <a:solidFill>
            <a:schemeClr val="tx1">
              <a:lumMod val="50000"/>
            </a:schemeClr>
          </a:solidFill>
          <a:effectLst>
            <a:outerShdw blurRad="50800" dir="2700000" algn="tl" rotWithShape="0">
              <a:schemeClr val="tx1">
                <a:alpha val="40000"/>
              </a:scheme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1970801"/>
            <a:ext cx="3959352" cy="320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sz="18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2000"/>
              </a:spcBef>
              <a:buFont typeface="Calisto MT" pitchFamily="18" charset="0"/>
              <a:buNone/>
            </a:pPr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70048" y="6356350"/>
            <a:ext cx="1627632" cy="3651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2047" y="6356350"/>
            <a:ext cx="1892808" cy="3651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92808" y="5738129"/>
            <a:ext cx="758952" cy="576072"/>
          </a:xfrm>
        </p:spPr>
        <p:txBody>
          <a:bodyPr vert="horz" lIns="91440" tIns="45720" rIns="91440" bIns="45720" rtlCol="0" anchor="ctr"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defRPr sz="36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2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38600"/>
            <a:ext cx="7620000" cy="990600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sz="36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 typeface="Calisto MT" pitchFamily="18" charset="0"/>
              <a:buNone/>
            </a:pPr>
            <a:r>
              <a:rPr lang="en-CA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2900" y="265176"/>
            <a:ext cx="8458200" cy="3697224"/>
          </a:xfrm>
          <a:solidFill>
            <a:schemeClr val="tx1">
              <a:lumMod val="50000"/>
            </a:schemeClr>
          </a:solidFill>
          <a:effectLst>
            <a:outerShdw blurRad="50800" dir="2700000" algn="tl" rotWithShape="0">
              <a:schemeClr val="tx1">
                <a:alpha val="40000"/>
              </a:scheme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2000"/>
              </a:spcBef>
              <a:buFont typeface="Calisto MT" pitchFamily="18" charset="0"/>
              <a:buNone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5042647"/>
            <a:ext cx="7620000" cy="1129553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</a:defRPr>
            </a:lvl1pPr>
          </a:lstStyle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verlay-rule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592"/>
            <a:ext cx="9144000" cy="125016"/>
          </a:xfrm>
          <a:prstGeom prst="rect">
            <a:avLst/>
          </a:prstGeom>
        </p:spPr>
      </p:pic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3"/>
          <a:srcRect t="23333"/>
          <a:stretch>
            <a:fillRect/>
          </a:stretch>
        </p:blipFill>
        <p:spPr>
          <a:xfrm>
            <a:off x="0" y="1425388"/>
            <a:ext cx="9144000" cy="5432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verlay-FullBackground.jpg"/>
          <p:cNvPicPr>
            <a:picLocks noChangeAspect="1"/>
          </p:cNvPicPr>
          <p:nvPr/>
        </p:nvPicPr>
        <p:blipFill>
          <a:blip r:embed="rId2"/>
          <a:srcRect r="14719"/>
          <a:stretch>
            <a:fillRect/>
          </a:stretch>
        </p:blipFill>
        <p:spPr>
          <a:xfrm>
            <a:off x="0" y="4482"/>
            <a:ext cx="77981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48600" y="457200"/>
            <a:ext cx="1219200" cy="5668963"/>
          </a:xfrm>
        </p:spPr>
        <p:txBody>
          <a:bodyPr vert="eaVert">
            <a:normAutofit/>
          </a:bodyPr>
          <a:lstStyle/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9462" y="457200"/>
            <a:ext cx="6383337" cy="5668963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24800" y="6356350"/>
            <a:ext cx="1066800" cy="3651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6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overlay-ruleShadow.png"/>
          <p:cNvPicPr>
            <a:picLocks noChangeAspect="1"/>
          </p:cNvPicPr>
          <p:nvPr/>
        </p:nvPicPr>
        <p:blipFill>
          <a:blip r:embed="rId3"/>
          <a:srcRect r="25031"/>
          <a:stretch>
            <a:fillRect/>
          </a:stretch>
        </p:blipFill>
        <p:spPr>
          <a:xfrm rot="5400000" flipH="1">
            <a:off x="4421262" y="3365075"/>
            <a:ext cx="6855164" cy="12501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9463" y="62753"/>
            <a:ext cx="7583488" cy="12831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CA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1828800"/>
            <a:ext cx="7583488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32494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fld id="{03CEC41E-48BD-4881-B6FF-D82EEBBCD90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047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fld id="{459A5F39-4CE7-434C-A5CB-50A363451602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effectLst>
            <a:outerShdw blurRad="50800" dist="12700" dir="2700000" sx="100500" sy="100500" algn="tl" rotWithShape="0">
              <a:prstClr val="black">
                <a:alpha val="6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ts val="2000"/>
        </a:spcBef>
        <a:buFont typeface="Calisto MT" pitchFamily="18" charset="0"/>
        <a:buChar char="•"/>
        <a:defRPr sz="2400" kern="120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577850" indent="-295275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Calisto MT" pitchFamily="18" charset="0"/>
        <a:buChar char="•"/>
        <a:defRPr sz="2200" kern="120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860425" indent="-282575" algn="l" defTabSz="914400" rtl="0" eaLnBrk="1" latinLnBrk="0" hangingPunct="1">
        <a:spcBef>
          <a:spcPts val="600"/>
        </a:spcBef>
        <a:buFont typeface="Calisto MT" pitchFamily="18" charset="0"/>
        <a:buChar char="•"/>
        <a:defRPr sz="2000" kern="120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143000" indent="-282575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Calisto MT" pitchFamily="18" charset="0"/>
        <a:buChar char="•"/>
        <a:defRPr sz="1800" kern="120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1425575" indent="-282575" algn="l" defTabSz="914400" rtl="0" eaLnBrk="1" latinLnBrk="0" hangingPunct="1">
        <a:spcBef>
          <a:spcPts val="600"/>
        </a:spcBef>
        <a:buFont typeface="Calisto MT" pitchFamily="18" charset="0"/>
        <a:buChar char="•"/>
        <a:defRPr sz="1800" kern="120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1711325" indent="-280988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6pPr>
      <a:lvl7pPr marL="2000250" indent="-280988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1800" kern="1200" dirty="0" smtClean="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7pPr>
      <a:lvl8pPr marL="2290763" indent="-280988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8pPr>
      <a:lvl9pPr marL="2571750" indent="-280988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1800" kern="1200" dirty="0">
          <a:solidFill>
            <a:schemeClr val="bg2"/>
          </a:solidFill>
          <a:effectLst>
            <a:outerShdw blurRad="63500" dir="2700000" algn="tl" rotWithShape="0">
              <a:schemeClr val="tx1">
                <a:alpha val="4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wmf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00564" y="974360"/>
            <a:ext cx="9545127" cy="1420559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200" b="1" dirty="0">
                <a:latin typeface="American Typewriter"/>
              </a:rPr>
              <a:t>A Language-Independent Approach for Tracking Source Code Lines</a:t>
            </a:r>
          </a:p>
        </p:txBody>
      </p:sp>
    </p:spTree>
    <p:extLst>
      <p:ext uri="{BB962C8B-B14F-4D97-AF65-F5344CB8AC3E}">
        <p14:creationId xmlns:p14="http://schemas.microsoft.com/office/powerpoint/2010/main" val="358037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two different versions of a file, we want to track lines across versions.</a:t>
            </a:r>
          </a:p>
        </p:txBody>
      </p:sp>
    </p:spTree>
    <p:extLst>
      <p:ext uri="{BB962C8B-B14F-4D97-AF65-F5344CB8AC3E}">
        <p14:creationId xmlns:p14="http://schemas.microsoft.com/office/powerpoint/2010/main" val="1290987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two different versions of a file, we want to track lines across versions.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278177"/>
              </p:ext>
            </p:extLst>
          </p:nvPr>
        </p:nvGraphicFramePr>
        <p:xfrm>
          <a:off x="221749" y="3629123"/>
          <a:ext cx="3683697" cy="298657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sec){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//calculate total of two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tot</a:t>
                      </a:r>
                      <a:r>
                        <a:rPr lang="en-US" baseline="0" dirty="0">
                          <a:solidFill>
                            <a:schemeClr val="bg2"/>
                          </a:solidFill>
                        </a:rPr>
                        <a:t> = 0;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               tot = first + sec;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chemeClr val="bg2"/>
                          </a:solidFill>
                        </a:rPr>
                        <a:t> tot;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70205"/>
              </p:ext>
            </p:extLst>
          </p:nvPr>
        </p:nvGraphicFramePr>
        <p:xfrm>
          <a:off x="5221807" y="3629123"/>
          <a:ext cx="3683697" cy="298657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second){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sum = 0;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//calculate total of two numbers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sum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= first * second;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sum;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761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two different versions of a file, we want to track lines across versions.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944478"/>
              </p:ext>
            </p:extLst>
          </p:nvPr>
        </p:nvGraphicFramePr>
        <p:xfrm>
          <a:off x="221749" y="3629123"/>
          <a:ext cx="3683697" cy="298657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rgbClr val="800000"/>
                          </a:solidFill>
                        </a:rPr>
                        <a:t>sec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0" dirty="0">
                          <a:solidFill>
                            <a:srgbClr val="070707"/>
                          </a:solidFill>
                        </a:rPr>
                        <a:t>//calculate total of two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rgbClr val="800000"/>
                          </a:solidFill>
                        </a:rPr>
                        <a:t>tot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= 0;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b="1" dirty="0">
                          <a:solidFill>
                            <a:srgbClr val="800000"/>
                          </a:solidFill>
                        </a:rPr>
                        <a:t>tot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= first + </a:t>
                      </a:r>
                      <a:r>
                        <a:rPr lang="en-US" b="1" dirty="0">
                          <a:solidFill>
                            <a:srgbClr val="800000"/>
                          </a:solidFill>
                        </a:rPr>
                        <a:t>sec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;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return</a:t>
                      </a:r>
                      <a:r>
                        <a:rPr lang="en-US" b="1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baseline="0" dirty="0">
                          <a:solidFill>
                            <a:srgbClr val="800000"/>
                          </a:solidFill>
                        </a:rPr>
                        <a:t>tot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959491"/>
              </p:ext>
            </p:extLst>
          </p:nvPr>
        </p:nvGraphicFramePr>
        <p:xfrm>
          <a:off x="5221807" y="3629123"/>
          <a:ext cx="3683697" cy="298657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rgbClr val="3366FF"/>
                          </a:solidFill>
                        </a:rPr>
                        <a:t>second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rgbClr val="3366FF"/>
                          </a:solidFill>
                        </a:rPr>
                        <a:t>sum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= 0;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//calculate total of two numbers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b="1" dirty="0">
                          <a:solidFill>
                            <a:srgbClr val="3366FF"/>
                          </a:solidFill>
                        </a:rPr>
                        <a:t>sum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= first * </a:t>
                      </a:r>
                      <a:r>
                        <a:rPr lang="en-US" b="1" baseline="0" dirty="0">
                          <a:solidFill>
                            <a:srgbClr val="3366FF"/>
                          </a:solidFill>
                        </a:rPr>
                        <a:t>second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;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baseline="0" dirty="0">
                          <a:solidFill>
                            <a:srgbClr val="3366FF"/>
                          </a:solidFill>
                        </a:rPr>
                        <a:t>sum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65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two different versions of a file, we want to track lines across versions.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905446" y="4178294"/>
            <a:ext cx="1316361" cy="0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905446" y="5682495"/>
            <a:ext cx="1316361" cy="0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905446" y="4590131"/>
            <a:ext cx="1316361" cy="325509"/>
          </a:xfrm>
          <a:prstGeom prst="straightConnector1">
            <a:avLst/>
          </a:prstGeom>
          <a:ln w="38100" cmpd="sng">
            <a:solidFill>
              <a:schemeClr val="accent3"/>
            </a:solidFill>
            <a:prstDash val="lgDash"/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905446" y="5284313"/>
            <a:ext cx="1316361" cy="1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905446" y="6080677"/>
            <a:ext cx="1316361" cy="0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905446" y="4590131"/>
            <a:ext cx="1316361" cy="325509"/>
          </a:xfrm>
          <a:prstGeom prst="straightConnector1">
            <a:avLst/>
          </a:prstGeom>
          <a:ln w="38100" cmpd="sng">
            <a:solidFill>
              <a:srgbClr val="800000"/>
            </a:solidFill>
            <a:prstDash val="dash"/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605382"/>
              </p:ext>
            </p:extLst>
          </p:nvPr>
        </p:nvGraphicFramePr>
        <p:xfrm>
          <a:off x="221749" y="3629123"/>
          <a:ext cx="3683697" cy="298657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rgbClr val="800000"/>
                          </a:solidFill>
                        </a:rPr>
                        <a:t>sec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0" dirty="0">
                          <a:solidFill>
                            <a:srgbClr val="070707"/>
                          </a:solidFill>
                        </a:rPr>
                        <a:t>//calculate total of two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rgbClr val="800000"/>
                          </a:solidFill>
                        </a:rPr>
                        <a:t>tot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= 0;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b="1" dirty="0">
                          <a:solidFill>
                            <a:srgbClr val="800000"/>
                          </a:solidFill>
                        </a:rPr>
                        <a:t>tot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= first + </a:t>
                      </a:r>
                      <a:r>
                        <a:rPr lang="en-US" b="1" dirty="0">
                          <a:solidFill>
                            <a:srgbClr val="800000"/>
                          </a:solidFill>
                        </a:rPr>
                        <a:t>sec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;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return</a:t>
                      </a:r>
                      <a:r>
                        <a:rPr lang="en-US" b="1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baseline="0" dirty="0">
                          <a:solidFill>
                            <a:srgbClr val="800000"/>
                          </a:solidFill>
                        </a:rPr>
                        <a:t>tot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428719"/>
              </p:ext>
            </p:extLst>
          </p:nvPr>
        </p:nvGraphicFramePr>
        <p:xfrm>
          <a:off x="5221807" y="3629123"/>
          <a:ext cx="3683697" cy="298657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rgbClr val="3366FF"/>
                          </a:solidFill>
                        </a:rPr>
                        <a:t>second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rgbClr val="3366FF"/>
                          </a:solidFill>
                        </a:rPr>
                        <a:t>sum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= 0;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//calculate total of two numbers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b="1" dirty="0">
                          <a:solidFill>
                            <a:srgbClr val="3366FF"/>
                          </a:solidFill>
                        </a:rPr>
                        <a:t>sum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= first * </a:t>
                      </a:r>
                      <a:r>
                        <a:rPr lang="en-US" b="1" baseline="0" dirty="0">
                          <a:solidFill>
                            <a:srgbClr val="3366FF"/>
                          </a:solidFill>
                        </a:rPr>
                        <a:t>second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;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="1" baseline="0" dirty="0">
                          <a:solidFill>
                            <a:srgbClr val="3366FF"/>
                          </a:solidFill>
                        </a:rPr>
                        <a:t>sum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58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Potential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174" y="2070846"/>
            <a:ext cx="8069871" cy="4182035"/>
          </a:xfrm>
        </p:spPr>
        <p:txBody>
          <a:bodyPr>
            <a:normAutofit/>
          </a:bodyPr>
          <a:lstStyle/>
          <a:p>
            <a:r>
              <a:rPr lang="en-US" dirty="0"/>
              <a:t>Locating bug-introducing changes.</a:t>
            </a:r>
          </a:p>
          <a:p>
            <a:r>
              <a:rPr lang="en-US" dirty="0"/>
              <a:t>Tracking code fragments across versions.</a:t>
            </a:r>
          </a:p>
          <a:p>
            <a:r>
              <a:rPr lang="en-US" dirty="0"/>
              <a:t>Managing annotation/tags during software evolution.</a:t>
            </a:r>
          </a:p>
          <a:p>
            <a:r>
              <a:rPr lang="en-US" dirty="0"/>
              <a:t>Merging file versions.</a:t>
            </a:r>
          </a:p>
          <a:p>
            <a:r>
              <a:rPr lang="en-US" dirty="0"/>
              <a:t>Code review.</a:t>
            </a:r>
          </a:p>
          <a:p>
            <a:r>
              <a:rPr lang="en-US" dirty="0"/>
              <a:t>Software evolution analysis.</a:t>
            </a:r>
          </a:p>
        </p:txBody>
      </p:sp>
    </p:spTree>
    <p:extLst>
      <p:ext uri="{BB962C8B-B14F-4D97-AF65-F5344CB8AC3E}">
        <p14:creationId xmlns:p14="http://schemas.microsoft.com/office/powerpoint/2010/main" val="2426376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Solutions</a:t>
            </a:r>
          </a:p>
        </p:txBody>
      </p:sp>
    </p:spTree>
    <p:extLst>
      <p:ext uri="{BB962C8B-B14F-4D97-AF65-F5344CB8AC3E}">
        <p14:creationId xmlns:p14="http://schemas.microsoft.com/office/powerpoint/2010/main" val="205849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175" y="1825056"/>
            <a:ext cx="7612064" cy="4182035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sz="3600" b="1" dirty="0"/>
              <a:t>Unix diff</a:t>
            </a:r>
          </a:p>
          <a:p>
            <a:pPr lvl="1"/>
            <a:r>
              <a:rPr lang="en-US" sz="2400" dirty="0"/>
              <a:t>Cannot detect reordering of lines. </a:t>
            </a:r>
          </a:p>
          <a:p>
            <a:pPr lvl="1"/>
            <a:r>
              <a:rPr lang="en-US" sz="2400" dirty="0"/>
              <a:t>A small change in line can affect the result.</a:t>
            </a:r>
          </a:p>
        </p:txBody>
      </p:sp>
    </p:spTree>
    <p:extLst>
      <p:ext uri="{BB962C8B-B14F-4D97-AF65-F5344CB8AC3E}">
        <p14:creationId xmlns:p14="http://schemas.microsoft.com/office/powerpoint/2010/main" val="2657775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175" y="1825056"/>
            <a:ext cx="7612064" cy="4182035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sz="3600" b="1" dirty="0"/>
              <a:t>Unix diff</a:t>
            </a:r>
          </a:p>
          <a:p>
            <a:pPr lvl="1"/>
            <a:r>
              <a:rPr lang="en-US" sz="2400" dirty="0"/>
              <a:t>Cannot detect reordering of lines. </a:t>
            </a:r>
          </a:p>
          <a:p>
            <a:pPr lvl="1"/>
            <a:r>
              <a:rPr lang="en-US" sz="2400" dirty="0"/>
              <a:t>A small change in line can affect the result.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880017"/>
              </p:ext>
            </p:extLst>
          </p:nvPr>
        </p:nvGraphicFramePr>
        <p:xfrm>
          <a:off x="221749" y="3683743"/>
          <a:ext cx="3683697" cy="29865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sec){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//calculate total of two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tot = 0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;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               tot = first + sec;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tot;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878560"/>
              </p:ext>
            </p:extLst>
          </p:nvPr>
        </p:nvGraphicFramePr>
        <p:xfrm>
          <a:off x="5221807" y="3683743"/>
          <a:ext cx="3683697" cy="29865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second){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              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sum = 0;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/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/calculate total of two numbers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               sum</a:t>
                      </a:r>
                      <a:r>
                        <a:rPr lang="en-US" baseline="0" dirty="0">
                          <a:solidFill>
                            <a:srgbClr val="0000FF"/>
                          </a:solidFill>
                        </a:rPr>
                        <a:t> = first * second;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0000FF"/>
                          </a:solidFill>
                        </a:rPr>
                        <a:t> sum;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712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175" y="1825056"/>
            <a:ext cx="7612064" cy="4182035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sz="3600" b="1" dirty="0"/>
              <a:t>Unix diff</a:t>
            </a:r>
          </a:p>
          <a:p>
            <a:pPr lvl="1"/>
            <a:r>
              <a:rPr lang="en-US" sz="2400" dirty="0"/>
              <a:t>Cannot detect reordering of lines. </a:t>
            </a:r>
          </a:p>
          <a:p>
            <a:pPr lvl="1"/>
            <a:r>
              <a:rPr lang="en-US" sz="2400" dirty="0"/>
              <a:t>A small change in line can affect the result.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905446" y="4615243"/>
            <a:ext cx="1316361" cy="395979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905446" y="6135297"/>
            <a:ext cx="1316361" cy="0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141553"/>
              </p:ext>
            </p:extLst>
          </p:nvPr>
        </p:nvGraphicFramePr>
        <p:xfrm>
          <a:off x="221749" y="3683743"/>
          <a:ext cx="3683697" cy="29865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sec){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//calculate total of two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tot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= 0;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               tot = first + sec;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tot;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545034"/>
              </p:ext>
            </p:extLst>
          </p:nvPr>
        </p:nvGraphicFramePr>
        <p:xfrm>
          <a:off x="5221807" y="3683743"/>
          <a:ext cx="3683697" cy="29865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second){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              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sum = 0;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//calculate total of two numbers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               sum</a:t>
                      </a:r>
                      <a:r>
                        <a:rPr lang="en-US" baseline="0" dirty="0">
                          <a:solidFill>
                            <a:srgbClr val="0000FF"/>
                          </a:solidFill>
                        </a:rPr>
                        <a:t> = first * second;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0000FF"/>
                          </a:solidFill>
                        </a:rPr>
                        <a:t> sum;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46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Solutions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5175" y="1715816"/>
            <a:ext cx="7612064" cy="4182035"/>
          </a:xfrm>
        </p:spPr>
        <p:txBody>
          <a:bodyPr>
            <a:normAutofit/>
          </a:bodyPr>
          <a:lstStyle/>
          <a:p>
            <a:r>
              <a:rPr lang="en-US" sz="3600" b="1" dirty="0"/>
              <a:t>ldiff (MSR 2007, ICSE 2009)</a:t>
            </a:r>
          </a:p>
          <a:p>
            <a:pPr lvl="1"/>
            <a:r>
              <a:rPr lang="en-US" sz="2400" b="1" dirty="0"/>
              <a:t>Language-independent line matching technique</a:t>
            </a:r>
          </a:p>
          <a:p>
            <a:pPr lvl="1"/>
            <a:r>
              <a:rPr lang="en-US" sz="2400" b="1" dirty="0"/>
              <a:t>Cannot detect line splitting</a:t>
            </a:r>
          </a:p>
        </p:txBody>
      </p:sp>
    </p:spTree>
    <p:extLst>
      <p:ext uri="{BB962C8B-B14F-4D97-AF65-F5344CB8AC3E}">
        <p14:creationId xmlns:p14="http://schemas.microsoft.com/office/powerpoint/2010/main" val="1111228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Solutions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5175" y="1715816"/>
            <a:ext cx="7612064" cy="4182035"/>
          </a:xfrm>
        </p:spPr>
        <p:txBody>
          <a:bodyPr>
            <a:normAutofit/>
          </a:bodyPr>
          <a:lstStyle/>
          <a:p>
            <a:r>
              <a:rPr lang="en-US" sz="3600" b="1" dirty="0"/>
              <a:t>ldiff (MSR 2007, ICSE 2009)</a:t>
            </a:r>
          </a:p>
          <a:p>
            <a:pPr lvl="1"/>
            <a:r>
              <a:rPr lang="en-US" sz="2400" b="1" dirty="0"/>
              <a:t>Language-independent line matching technique</a:t>
            </a:r>
          </a:p>
          <a:p>
            <a:pPr lvl="1"/>
            <a:r>
              <a:rPr lang="en-US" sz="2400" b="1" dirty="0"/>
              <a:t>Cannot detect line splitting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298538"/>
              </p:ext>
            </p:extLst>
          </p:nvPr>
        </p:nvGraphicFramePr>
        <p:xfrm>
          <a:off x="221749" y="3629123"/>
          <a:ext cx="3683697" cy="29865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sec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//calculate total of two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             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int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tot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=0;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             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tot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= first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+ sec</a:t>
                      </a:r>
                      <a:r>
                        <a:rPr lang="en-US" dirty="0"/>
                        <a:t>;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            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return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tot</a:t>
                      </a:r>
                      <a:r>
                        <a:rPr lang="en-US" baseline="0" dirty="0"/>
                        <a:t>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Alternate Process 10"/>
          <p:cNvSpPr/>
          <p:nvPr/>
        </p:nvSpPr>
        <p:spPr>
          <a:xfrm>
            <a:off x="271288" y="3982400"/>
            <a:ext cx="3579533" cy="384171"/>
          </a:xfrm>
          <a:prstGeom prst="flowChartAlternateProcess">
            <a:avLst/>
          </a:prstGeom>
          <a:solidFill>
            <a:schemeClr val="accent1">
              <a:alpha val="19000"/>
            </a:schemeClr>
          </a:solidFill>
          <a:ln w="57150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Arrow Connector 12"/>
          <p:cNvCxnSpPr>
            <a:stCxn id="11" idx="3"/>
          </p:cNvCxnSpPr>
          <p:nvPr/>
        </p:nvCxnSpPr>
        <p:spPr>
          <a:xfrm>
            <a:off x="3850821" y="4174486"/>
            <a:ext cx="1370986" cy="192085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054294"/>
              </p:ext>
            </p:extLst>
          </p:nvPr>
        </p:nvGraphicFramePr>
        <p:xfrm>
          <a:off x="5221807" y="3396988"/>
          <a:ext cx="3683697" cy="335989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File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public </a:t>
                      </a:r>
                      <a:r>
                        <a:rPr lang="en-US" dirty="0" err="1"/>
                        <a:t>int</a:t>
                      </a:r>
                      <a:r>
                        <a:rPr lang="en-US" dirty="0"/>
                        <a:t> foo(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                     </a:t>
                      </a:r>
                      <a:r>
                        <a:rPr lang="en-US" dirty="0" err="1"/>
                        <a:t>int</a:t>
                      </a:r>
                      <a:r>
                        <a:rPr lang="en-US" dirty="0"/>
                        <a:t> first,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                                 </a:t>
                      </a:r>
                      <a:r>
                        <a:rPr lang="en-US" dirty="0" err="1"/>
                        <a:t>int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second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){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sum = 0;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//calculate total of two numbers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              </a:t>
                      </a:r>
                      <a:r>
                        <a:rPr lang="en-US" dirty="0">
                          <a:solidFill>
                            <a:srgbClr val="3366FF"/>
                          </a:solidFill>
                        </a:rPr>
                        <a:t>sum</a:t>
                      </a:r>
                      <a:r>
                        <a:rPr lang="en-US" baseline="0" dirty="0">
                          <a:solidFill>
                            <a:srgbClr val="3366FF"/>
                          </a:solidFill>
                        </a:rPr>
                        <a:t> </a:t>
                      </a:r>
                      <a:r>
                        <a:rPr lang="en-US" baseline="0" dirty="0">
                          <a:solidFill>
                            <a:schemeClr val="bg2"/>
                          </a:solidFill>
                        </a:rPr>
                        <a:t>= first </a:t>
                      </a:r>
                      <a:r>
                        <a:rPr lang="en-US" baseline="0" dirty="0">
                          <a:solidFill>
                            <a:srgbClr val="0000FF"/>
                          </a:solidFill>
                        </a:rPr>
                        <a:t>* second</a:t>
                      </a:r>
                      <a:r>
                        <a:rPr lang="en-US" baseline="0" dirty="0"/>
                        <a:t>;</a:t>
                      </a:r>
                      <a:r>
                        <a:rPr lang="en-US" dirty="0"/>
                        <a:t>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             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return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0000FF"/>
                          </a:solidFill>
                        </a:rPr>
                        <a:t>sum</a:t>
                      </a:r>
                      <a:r>
                        <a:rPr lang="en-US" baseline="0" dirty="0"/>
                        <a:t>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Alternate Process 14"/>
          <p:cNvSpPr/>
          <p:nvPr/>
        </p:nvSpPr>
        <p:spPr>
          <a:xfrm>
            <a:off x="5285006" y="3857123"/>
            <a:ext cx="3579533" cy="1044857"/>
          </a:xfrm>
          <a:prstGeom prst="flowChartAlternateProcess">
            <a:avLst/>
          </a:prstGeom>
          <a:solidFill>
            <a:schemeClr val="bg2">
              <a:lumMod val="75000"/>
              <a:alpha val="32000"/>
            </a:schemeClr>
          </a:solidFill>
          <a:ln w="57150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89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Solutions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5175" y="1715816"/>
            <a:ext cx="7612064" cy="4182035"/>
          </a:xfrm>
        </p:spPr>
        <p:txBody>
          <a:bodyPr>
            <a:normAutofit/>
          </a:bodyPr>
          <a:lstStyle/>
          <a:p>
            <a:r>
              <a:rPr lang="en-US" sz="3600" b="1" dirty="0"/>
              <a:t>ldiff (MSR 2007, ICSE 2009)</a:t>
            </a:r>
          </a:p>
          <a:p>
            <a:pPr lvl="1"/>
            <a:r>
              <a:rPr lang="en-US" sz="2400" b="1" dirty="0"/>
              <a:t>Language-independent line matching technique</a:t>
            </a:r>
          </a:p>
          <a:p>
            <a:pPr lvl="1"/>
            <a:r>
              <a:rPr lang="en-US" sz="2400" b="1" dirty="0"/>
              <a:t>Cannot detect line splitting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234721"/>
              </p:ext>
            </p:extLst>
          </p:nvPr>
        </p:nvGraphicFramePr>
        <p:xfrm>
          <a:off x="221749" y="3629123"/>
          <a:ext cx="3683697" cy="29865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sec){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//calculate total of two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             </a:t>
                      </a:r>
                      <a:r>
                        <a:rPr lang="en-US" dirty="0">
                          <a:solidFill>
                            <a:schemeClr val="accent3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tot =0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;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83500"/>
                          </a:solidFill>
                        </a:rPr>
                        <a:t>                tot = first + sec;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83500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F83500"/>
                          </a:solidFill>
                        </a:rPr>
                        <a:t> tot;</a:t>
                      </a:r>
                      <a:endParaRPr lang="en-US" dirty="0">
                        <a:solidFill>
                          <a:srgbClr val="F835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 flipV="1">
            <a:off x="3850821" y="4000784"/>
            <a:ext cx="1370986" cy="244862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827988"/>
              </p:ext>
            </p:extLst>
          </p:nvPr>
        </p:nvGraphicFramePr>
        <p:xfrm>
          <a:off x="5221807" y="3396988"/>
          <a:ext cx="3683697" cy="335989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File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foo(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                       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first,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                                   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second){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             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0000FF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sum = 0;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//calculate total of two numbers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               sum</a:t>
                      </a:r>
                      <a:r>
                        <a:rPr lang="en-US" baseline="0" dirty="0">
                          <a:solidFill>
                            <a:srgbClr val="0000FF"/>
                          </a:solidFill>
                        </a:rPr>
                        <a:t> = first * second;</a:t>
                      </a: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0000FF"/>
                          </a:solidFill>
                        </a:rPr>
                        <a:t> sum;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3905446" y="4532751"/>
            <a:ext cx="1316361" cy="901762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905446" y="6087174"/>
            <a:ext cx="1316361" cy="528525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66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Solutions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5175" y="1715816"/>
            <a:ext cx="7612064" cy="4182035"/>
          </a:xfrm>
        </p:spPr>
        <p:txBody>
          <a:bodyPr>
            <a:normAutofit/>
          </a:bodyPr>
          <a:lstStyle/>
          <a:p>
            <a:r>
              <a:rPr lang="en-US" sz="3600" b="1" dirty="0"/>
              <a:t>W_BESTI_LINE </a:t>
            </a:r>
            <a:br>
              <a:rPr lang="en-US" sz="3600" b="1" dirty="0"/>
            </a:br>
            <a:r>
              <a:rPr lang="en-US" b="1" dirty="0"/>
              <a:t>( Recommended by Reiss, ICSE 2008)</a:t>
            </a:r>
          </a:p>
          <a:p>
            <a:pPr lvl="1"/>
            <a:r>
              <a:rPr lang="en-US" b="1" dirty="0"/>
              <a:t>Language-independent approach</a:t>
            </a:r>
          </a:p>
          <a:p>
            <a:pPr lvl="1"/>
            <a:r>
              <a:rPr lang="en-US" b="1" dirty="0"/>
              <a:t>Uses a combination of context and content similarity</a:t>
            </a:r>
          </a:p>
          <a:p>
            <a:pPr lvl="1"/>
            <a:r>
              <a:rPr lang="en-US" b="1" dirty="0"/>
              <a:t>Tracking all lines of a file is expensive</a:t>
            </a:r>
          </a:p>
          <a:p>
            <a:pPr lvl="1"/>
            <a:r>
              <a:rPr lang="en-US" b="1" dirty="0"/>
              <a:t>Cannot detect line splitting</a:t>
            </a:r>
          </a:p>
        </p:txBody>
      </p:sp>
    </p:spTree>
    <p:extLst>
      <p:ext uri="{BB962C8B-B14F-4D97-AF65-F5344CB8AC3E}">
        <p14:creationId xmlns:p14="http://schemas.microsoft.com/office/powerpoint/2010/main" val="2384389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Solutions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5175" y="1715816"/>
            <a:ext cx="7612064" cy="4182035"/>
          </a:xfrm>
        </p:spPr>
        <p:txBody>
          <a:bodyPr>
            <a:normAutofit/>
          </a:bodyPr>
          <a:lstStyle/>
          <a:p>
            <a:r>
              <a:rPr lang="en-US" sz="3600" b="1" dirty="0"/>
              <a:t>SDiff (SCAM 2011)</a:t>
            </a:r>
          </a:p>
          <a:p>
            <a:pPr lvl="1"/>
            <a:r>
              <a:rPr lang="en-US" b="1" dirty="0"/>
              <a:t>Better than other known techniques.</a:t>
            </a:r>
          </a:p>
          <a:p>
            <a:pPr lvl="1"/>
            <a:r>
              <a:rPr lang="en-US" b="1" dirty="0"/>
              <a:t>Language-dependent technique.</a:t>
            </a:r>
          </a:p>
          <a:p>
            <a:pPr lvl="1"/>
            <a:r>
              <a:rPr lang="en-US" b="1" dirty="0"/>
              <a:t>Cannot be applied to arbitrary text files.</a:t>
            </a:r>
          </a:p>
        </p:txBody>
      </p:sp>
    </p:spTree>
    <p:extLst>
      <p:ext uri="{BB962C8B-B14F-4D97-AF65-F5344CB8AC3E}">
        <p14:creationId xmlns:p14="http://schemas.microsoft.com/office/powerpoint/2010/main" val="3486730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Solutions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5174" y="1715816"/>
            <a:ext cx="8378825" cy="4182035"/>
          </a:xfrm>
        </p:spPr>
        <p:txBody>
          <a:bodyPr>
            <a:normAutofit/>
          </a:bodyPr>
          <a:lstStyle/>
          <a:p>
            <a:r>
              <a:rPr lang="en-US" sz="3600" b="1" dirty="0"/>
              <a:t>SDiff (SCAM 2011)</a:t>
            </a:r>
          </a:p>
          <a:p>
            <a:pPr lvl="1"/>
            <a:r>
              <a:rPr lang="en-US" b="1" dirty="0"/>
              <a:t>Better than other known techniques.</a:t>
            </a:r>
          </a:p>
          <a:p>
            <a:pPr lvl="1"/>
            <a:r>
              <a:rPr lang="en-US" b="1" dirty="0"/>
              <a:t>Does not work with arbitrary text files.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562117"/>
              </p:ext>
            </p:extLst>
          </p:nvPr>
        </p:nvGraphicFramePr>
        <p:xfrm>
          <a:off x="221749" y="3629123"/>
          <a:ext cx="3683697" cy="298657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sec){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//calculate total of two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tot = 0</a:t>
                      </a:r>
                      <a:r>
                        <a:rPr lang="en-US" baseline="0" dirty="0">
                          <a:solidFill>
                            <a:srgbClr val="070707"/>
                          </a:solidFill>
                        </a:rPr>
                        <a:t>;</a:t>
                      </a:r>
                      <a:endParaRPr lang="en-US" dirty="0">
                        <a:solidFill>
                          <a:srgbClr val="070707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               tot = first + sec;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070707"/>
                          </a:solidFill>
                        </a:rPr>
                        <a:t> tot;</a:t>
                      </a:r>
                      <a:endParaRPr lang="en-US" dirty="0">
                        <a:solidFill>
                          <a:srgbClr val="070707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850821" y="4245646"/>
            <a:ext cx="1370986" cy="274012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061933"/>
              </p:ext>
            </p:extLst>
          </p:nvPr>
        </p:nvGraphicFramePr>
        <p:xfrm>
          <a:off x="5221807" y="3929533"/>
          <a:ext cx="3683697" cy="261325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File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second){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070707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sum = 0;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 </a:t>
                      </a:r>
                      <a:r>
                        <a:rPr lang="en-US" baseline="0" dirty="0">
                          <a:solidFill>
                            <a:srgbClr val="070707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//calculate total of two numbers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               sum</a:t>
                      </a:r>
                      <a:r>
                        <a:rPr lang="en-US" baseline="0" dirty="0">
                          <a:solidFill>
                            <a:srgbClr val="070707"/>
                          </a:solidFill>
                        </a:rPr>
                        <a:t> = first * second;</a:t>
                      </a:r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070707"/>
                          </a:solidFill>
                        </a:rPr>
                        <a:t> sum;</a:t>
                      </a:r>
                      <a:endParaRPr lang="en-US" dirty="0">
                        <a:solidFill>
                          <a:srgbClr val="070707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70707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>
            <a:off x="3905446" y="4926536"/>
            <a:ext cx="1316361" cy="0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905446" y="5283754"/>
            <a:ext cx="1316361" cy="341922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905446" y="5625676"/>
            <a:ext cx="1316361" cy="341922"/>
          </a:xfrm>
          <a:prstGeom prst="straightConnector1">
            <a:avLst/>
          </a:prstGeom>
          <a:ln w="38100" cmpd="sng">
            <a:solidFill>
              <a:srgbClr val="F8C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423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2256140"/>
              </p:ext>
            </p:extLst>
          </p:nvPr>
        </p:nvGraphicFramePr>
        <p:xfrm>
          <a:off x="765175" y="1822776"/>
          <a:ext cx="7612064" cy="4182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4199" y="3750975"/>
            <a:ext cx="2265156" cy="229798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748151" y="4063996"/>
            <a:ext cx="1095172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CA" sz="2800" b="1" dirty="0">
                <a:ln w="1905"/>
                <a:solidFill>
                  <a:srgbClr val="008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What </a:t>
            </a:r>
            <a:br>
              <a:rPr lang="en-CA" sz="2800" b="1" dirty="0">
                <a:ln w="1905"/>
                <a:solidFill>
                  <a:srgbClr val="008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CA" sz="2800" b="1" dirty="0">
                <a:ln w="1905"/>
                <a:solidFill>
                  <a:srgbClr val="008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If ?  </a:t>
            </a:r>
          </a:p>
        </p:txBody>
      </p:sp>
    </p:spTree>
    <p:extLst>
      <p:ext uri="{BB962C8B-B14F-4D97-AF65-F5344CB8AC3E}">
        <p14:creationId xmlns:p14="http://schemas.microsoft.com/office/powerpoint/2010/main" val="3594459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Our Contribution: LHDiff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language-independent hybrid line mapping technique.</a:t>
            </a:r>
          </a:p>
        </p:txBody>
      </p:sp>
    </p:spTree>
    <p:extLst>
      <p:ext uri="{BB962C8B-B14F-4D97-AF65-F5344CB8AC3E}">
        <p14:creationId xmlns:p14="http://schemas.microsoft.com/office/powerpoint/2010/main" val="3852703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Our Contribution: LHDiff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language-independent hybrid line mapping technique.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79" y="2955073"/>
            <a:ext cx="1612900" cy="1778000"/>
          </a:xfrm>
          <a:prstGeom prst="rect">
            <a:avLst/>
          </a:prstGeo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919930143"/>
              </p:ext>
            </p:extLst>
          </p:nvPr>
        </p:nvGraphicFramePr>
        <p:xfrm>
          <a:off x="3056525" y="3222476"/>
          <a:ext cx="5306426" cy="3305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39761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62753"/>
            <a:ext cx="8364537" cy="1283167"/>
          </a:xfrm>
        </p:spPr>
        <p:txBody>
          <a:bodyPr/>
          <a:lstStyle/>
          <a:p>
            <a:r>
              <a:rPr lang="en-US" b="1" dirty="0"/>
              <a:t>Step 1 : PREPROCESSING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line of a source file is normalized</a:t>
            </a:r>
          </a:p>
        </p:txBody>
      </p:sp>
    </p:spTree>
    <p:extLst>
      <p:ext uri="{BB962C8B-B14F-4D97-AF65-F5344CB8AC3E}">
        <p14:creationId xmlns:p14="http://schemas.microsoft.com/office/powerpoint/2010/main" val="3124020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62753"/>
            <a:ext cx="8364537" cy="1283167"/>
          </a:xfrm>
        </p:spPr>
        <p:txBody>
          <a:bodyPr/>
          <a:lstStyle/>
          <a:p>
            <a:r>
              <a:rPr lang="en-US" b="1" dirty="0"/>
              <a:t>Step 1 : PREPROCESSING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line of a source file is normalized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600774"/>
              </p:ext>
            </p:extLst>
          </p:nvPr>
        </p:nvGraphicFramePr>
        <p:xfrm>
          <a:off x="98858" y="2717252"/>
          <a:ext cx="4216252" cy="333303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1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A Java Source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public</a:t>
                      </a:r>
                      <a:r>
                        <a:rPr lang="en-US" sz="16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void</a:t>
                      </a:r>
                      <a:r>
                        <a:rPr lang="en-US" sz="16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</a:t>
                      </a:r>
                      <a:r>
                        <a:rPr lang="en-US" sz="1600" b="0" i="0" dirty="0" err="1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6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600" b="0" i="0" baseline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path){</a:t>
                      </a:r>
                      <a:endParaRPr lang="en-US" sz="1600" b="0" i="0" dirty="0">
                        <a:solidFill>
                          <a:schemeClr val="bg2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6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600" b="0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new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(path);</a:t>
                      </a:r>
                      <a:endParaRPr lang="en-US" sz="1600" b="0" i="0" dirty="0">
                        <a:solidFill>
                          <a:srgbClr val="333333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6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600" b="0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new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line  =             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null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while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(line =       </a:t>
                      </a:r>
                      <a:r>
                        <a:rPr lang="en-US" sz="16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lr.readLine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()){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System.out.println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(“line”)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441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62753"/>
            <a:ext cx="8364537" cy="1283167"/>
          </a:xfrm>
        </p:spPr>
        <p:txBody>
          <a:bodyPr/>
          <a:lstStyle/>
          <a:p>
            <a:r>
              <a:rPr lang="en-US" b="1" dirty="0"/>
              <a:t>Step 1 : PREPROCESSING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line of a source file is normalized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138189"/>
              </p:ext>
            </p:extLst>
          </p:nvPr>
        </p:nvGraphicFramePr>
        <p:xfrm>
          <a:off x="5208159" y="2717252"/>
          <a:ext cx="3792940" cy="333303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79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After Preprocessing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public</a:t>
                      </a:r>
                      <a:r>
                        <a:rPr lang="en-US" sz="16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void</a:t>
                      </a:r>
                      <a:r>
                        <a:rPr lang="en-US" sz="16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</a:t>
                      </a:r>
                      <a:r>
                        <a:rPr lang="en-US" sz="1600" b="0" i="0" dirty="0" err="1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6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600" b="0" i="0" baseline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path){</a:t>
                      </a:r>
                      <a:endParaRPr lang="en-US" sz="1600" b="0" i="0" dirty="0">
                        <a:solidFill>
                          <a:schemeClr val="bg2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600" b="0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new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(path);</a:t>
                      </a:r>
                      <a:endParaRPr lang="en-US" sz="1600" b="0" i="0" dirty="0">
                        <a:solidFill>
                          <a:srgbClr val="333333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600" b="0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new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line =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null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while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(line = </a:t>
                      </a:r>
                      <a:r>
                        <a:rPr lang="en-US" sz="16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lr.readline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()){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system.out.println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(“line”)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triped Right Arrow 8"/>
          <p:cNvSpPr/>
          <p:nvPr/>
        </p:nvSpPr>
        <p:spPr>
          <a:xfrm>
            <a:off x="4367906" y="4067213"/>
            <a:ext cx="822960" cy="822960"/>
          </a:xfrm>
          <a:prstGeom prst="striped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883104"/>
              </p:ext>
            </p:extLst>
          </p:nvPr>
        </p:nvGraphicFramePr>
        <p:xfrm>
          <a:off x="98858" y="2717252"/>
          <a:ext cx="4216252" cy="333303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21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A Java Source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public</a:t>
                      </a:r>
                      <a:r>
                        <a:rPr lang="en-US" sz="16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void</a:t>
                      </a:r>
                      <a:r>
                        <a:rPr lang="en-US" sz="16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</a:t>
                      </a:r>
                      <a:r>
                        <a:rPr lang="en-US" sz="1600" b="0" i="0" dirty="0" err="1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6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600" b="0" i="0" baseline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path){</a:t>
                      </a:r>
                      <a:endParaRPr lang="en-US" sz="1600" b="0" i="0" dirty="0">
                        <a:solidFill>
                          <a:schemeClr val="bg2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6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600" b="0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new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(path);</a:t>
                      </a:r>
                      <a:endParaRPr lang="en-US" sz="1600" b="0" i="0" dirty="0">
                        <a:solidFill>
                          <a:srgbClr val="333333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6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600" b="0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new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line  =             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null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600" b="0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while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(line =       </a:t>
                      </a:r>
                      <a:r>
                        <a:rPr lang="en-US" sz="16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lr.readLine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()){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</a:t>
                      </a:r>
                      <a:r>
                        <a:rPr lang="en-US" sz="16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System.out.println</a:t>
                      </a:r>
                      <a:r>
                        <a:rPr lang="en-US" sz="16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(“line”)</a:t>
                      </a:r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08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Step-2: Detect Unchanged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3" y="1583010"/>
            <a:ext cx="7583488" cy="4297363"/>
          </a:xfrm>
        </p:spPr>
        <p:txBody>
          <a:bodyPr/>
          <a:lstStyle/>
          <a:p>
            <a:r>
              <a:rPr lang="en-US" dirty="0"/>
              <a:t>We now apply Unix diff algorithm.</a:t>
            </a:r>
          </a:p>
          <a:p>
            <a:r>
              <a:rPr lang="en-US" dirty="0"/>
              <a:t>Lines that are changed/added/deleted are reported as the sequence of added or deleted lined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927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Step-2: Detect Unchanged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3" y="1419150"/>
            <a:ext cx="7583488" cy="4297363"/>
          </a:xfrm>
        </p:spPr>
        <p:txBody>
          <a:bodyPr/>
          <a:lstStyle/>
          <a:p>
            <a:r>
              <a:rPr lang="en-US" dirty="0"/>
              <a:t>We now apply Unix diff algorithm.</a:t>
            </a:r>
          </a:p>
          <a:p>
            <a:r>
              <a:rPr lang="en-US" dirty="0"/>
              <a:t>Lines that are changed/added/deleted are reported as the sequence of added or deleted lined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946774"/>
              </p:ext>
            </p:extLst>
          </p:nvPr>
        </p:nvGraphicFramePr>
        <p:xfrm>
          <a:off x="98858" y="3427292"/>
          <a:ext cx="3683689" cy="333303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Old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public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void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</a:t>
                      </a:r>
                      <a:r>
                        <a:rPr lang="en-US" sz="1400" b="0" i="0" dirty="0" err="1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path){</a:t>
                      </a:r>
                      <a:endParaRPr lang="en-US" sz="1400" b="0" i="0" dirty="0">
                        <a:solidFill>
                          <a:schemeClr val="bg2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new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(path);</a:t>
                      </a:r>
                      <a:endParaRPr lang="en-US" sz="1400" b="0" i="0" dirty="0">
                        <a:solidFill>
                          <a:srgbClr val="333333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r = 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new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 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  =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null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while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(line =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lr.readLine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()){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System.out.println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(“line: ”+line)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;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581051"/>
              </p:ext>
            </p:extLst>
          </p:nvPr>
        </p:nvGraphicFramePr>
        <p:xfrm>
          <a:off x="4547250" y="3074458"/>
          <a:ext cx="4494819" cy="370337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New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public void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</a:t>
                      </a:r>
                      <a:r>
                        <a:rPr lang="en-US" sz="1400" b="0" i="0" dirty="0" err="1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path){</a:t>
                      </a:r>
                      <a:endParaRPr lang="en-US" sz="1400" b="0" i="0" dirty="0">
                        <a:solidFill>
                          <a:schemeClr val="bg2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    //Change the 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new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(path);</a:t>
                      </a:r>
                      <a:endParaRPr lang="en-US" sz="1400" b="0" i="0" dirty="0">
                        <a:solidFill>
                          <a:srgbClr val="333333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r = 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new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 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  =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null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while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(line =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r.readLine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()){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System.out.println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(“line: ”+line)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}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fr.close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47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Step-2: Detect Unchanged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3" y="1419150"/>
            <a:ext cx="7583488" cy="4297363"/>
          </a:xfrm>
        </p:spPr>
        <p:txBody>
          <a:bodyPr/>
          <a:lstStyle/>
          <a:p>
            <a:r>
              <a:rPr lang="en-US" dirty="0"/>
              <a:t>We now apply Unix diff algorithm.</a:t>
            </a:r>
          </a:p>
          <a:p>
            <a:r>
              <a:rPr lang="en-US" dirty="0"/>
              <a:t>Lines that are changed/added/deleted are reported as the sequence of added or deleted lined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173066"/>
              </p:ext>
            </p:extLst>
          </p:nvPr>
        </p:nvGraphicFramePr>
        <p:xfrm>
          <a:off x="98858" y="3427292"/>
          <a:ext cx="3683689" cy="333303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Old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public void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</a:t>
                      </a:r>
                      <a:r>
                        <a:rPr lang="en-US" sz="1400" b="0" i="0" dirty="0" err="1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path){</a:t>
                      </a:r>
                      <a:endParaRPr lang="en-US" sz="1400" b="0" i="0" dirty="0">
                        <a:solidFill>
                          <a:schemeClr val="bg2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new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(path);</a:t>
                      </a:r>
                      <a:endParaRPr lang="en-US" sz="1400" b="0" i="0" dirty="0">
                        <a:solidFill>
                          <a:srgbClr val="333333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r = 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new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 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  =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null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while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(line =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lr.readLine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()){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System.out.println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(“line: ”+line)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;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015639"/>
              </p:ext>
            </p:extLst>
          </p:nvPr>
        </p:nvGraphicFramePr>
        <p:xfrm>
          <a:off x="4547250" y="3074458"/>
          <a:ext cx="4494819" cy="370337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New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public void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</a:t>
                      </a:r>
                      <a:r>
                        <a:rPr lang="en-US" sz="1400" b="0" i="0" dirty="0" err="1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path){</a:t>
                      </a:r>
                      <a:endParaRPr lang="en-US" sz="1400" b="0" i="0" dirty="0">
                        <a:solidFill>
                          <a:schemeClr val="bg2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    //Change the 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new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(path);</a:t>
                      </a:r>
                      <a:endParaRPr lang="en-US" sz="1400" b="0" i="0" dirty="0">
                        <a:solidFill>
                          <a:srgbClr val="333333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r = 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new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 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  =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null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while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(line =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r.readLine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()){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System.out.println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(“line: ”+line)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}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fr.close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V="1">
            <a:off x="3782547" y="3673075"/>
            <a:ext cx="764703" cy="327709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782547" y="5448526"/>
            <a:ext cx="764703" cy="0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782547" y="5833054"/>
            <a:ext cx="764703" cy="0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782547" y="5095709"/>
            <a:ext cx="764703" cy="0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782547" y="4342147"/>
            <a:ext cx="764703" cy="1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782547" y="6599909"/>
            <a:ext cx="764703" cy="0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041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Step-2: Detect Unchanged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3" y="1419150"/>
            <a:ext cx="7583488" cy="4297363"/>
          </a:xfrm>
        </p:spPr>
        <p:txBody>
          <a:bodyPr/>
          <a:lstStyle/>
          <a:p>
            <a:r>
              <a:rPr lang="en-US" dirty="0"/>
              <a:t>We now apply diff algorithm.</a:t>
            </a:r>
          </a:p>
          <a:p>
            <a:r>
              <a:rPr lang="en-US" dirty="0"/>
              <a:t>Lines that are changed/added/deleted are reported as the sequence of added or deleted lined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705177"/>
              </p:ext>
            </p:extLst>
          </p:nvPr>
        </p:nvGraphicFramePr>
        <p:xfrm>
          <a:off x="98858" y="3427292"/>
          <a:ext cx="3683689" cy="333303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Old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public void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</a:t>
                      </a:r>
                      <a:r>
                        <a:rPr lang="en-US" sz="1400" b="0" i="0" dirty="0" err="1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path){</a:t>
                      </a:r>
                      <a:endParaRPr lang="en-US" sz="1400" b="0" i="0" dirty="0">
                        <a:solidFill>
                          <a:schemeClr val="bg2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new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(path);</a:t>
                      </a:r>
                      <a:endParaRPr lang="en-US" sz="1400" b="0" i="0" dirty="0">
                        <a:solidFill>
                          <a:srgbClr val="333333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 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  =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null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while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(line =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lr.readLine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()){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System.out.println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(“line: ”+line)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;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</a:t>
                      </a:r>
                      <a:r>
                        <a:rPr lang="en-US" sz="1400" b="1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95509"/>
              </p:ext>
            </p:extLst>
          </p:nvPr>
        </p:nvGraphicFramePr>
        <p:xfrm>
          <a:off x="4547250" y="3074458"/>
          <a:ext cx="4494819" cy="370337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New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public void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</a:t>
                      </a:r>
                      <a:r>
                        <a:rPr lang="en-US" sz="1400" b="0" i="0" dirty="0" err="1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path){</a:t>
                      </a:r>
                      <a:endParaRPr lang="en-US" sz="1400" b="0" i="0" dirty="0">
                        <a:solidFill>
                          <a:schemeClr val="bg2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//Change the 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= </a:t>
                      </a:r>
                      <a:r>
                        <a:rPr lang="en-US" sz="1400" b="0" i="0" baseline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new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(path);</a:t>
                      </a:r>
                      <a:endParaRPr lang="en-US" sz="1400" b="0" i="0" dirty="0">
                        <a:solidFill>
                          <a:srgbClr val="333333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String 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line  =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null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800000"/>
                          </a:solidFill>
                          <a:latin typeface="Comic Sans MS"/>
                          <a:cs typeface="Comic Sans MS"/>
                        </a:rPr>
                        <a:t>while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(line = </a:t>
                      </a:r>
                      <a:r>
                        <a:rPr lang="en-US" sz="1400" b="0" i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r.readLine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()){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</a:t>
                      </a:r>
                      <a:r>
                        <a:rPr lang="en-US" sz="1400" b="0" i="0" baseline="0" dirty="0" err="1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System.out.println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(“line: ”+line)</a:t>
                      </a: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;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}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fr.close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V="1">
            <a:off x="3782547" y="3673075"/>
            <a:ext cx="764703" cy="327709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782547" y="5448526"/>
            <a:ext cx="764703" cy="0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782547" y="5833054"/>
            <a:ext cx="764703" cy="0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782547" y="5095709"/>
            <a:ext cx="764703" cy="0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782547" y="4342147"/>
            <a:ext cx="764703" cy="1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782547" y="6599909"/>
            <a:ext cx="764703" cy="0"/>
          </a:xfrm>
          <a:prstGeom prst="line">
            <a:avLst/>
          </a:prstGeom>
          <a:ln w="50800" cmpd="sng">
            <a:solidFill>
              <a:schemeClr val="bg2"/>
            </a:solidFill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inus 11"/>
          <p:cNvSpPr/>
          <p:nvPr/>
        </p:nvSpPr>
        <p:spPr>
          <a:xfrm>
            <a:off x="3583634" y="4479974"/>
            <a:ext cx="397825" cy="479752"/>
          </a:xfrm>
          <a:prstGeom prst="mathMinus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Plus 13"/>
          <p:cNvSpPr/>
          <p:nvPr/>
        </p:nvSpPr>
        <p:spPr>
          <a:xfrm>
            <a:off x="4383390" y="3836008"/>
            <a:ext cx="370513" cy="329552"/>
          </a:xfrm>
          <a:prstGeom prst="mathPlus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Plus 15"/>
          <p:cNvSpPr/>
          <p:nvPr/>
        </p:nvSpPr>
        <p:spPr>
          <a:xfrm>
            <a:off x="4370102" y="4575554"/>
            <a:ext cx="370513" cy="329552"/>
          </a:xfrm>
          <a:prstGeom prst="mathPlus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Plus 16"/>
          <p:cNvSpPr/>
          <p:nvPr/>
        </p:nvSpPr>
        <p:spPr>
          <a:xfrm>
            <a:off x="4370102" y="6066100"/>
            <a:ext cx="370513" cy="329552"/>
          </a:xfrm>
          <a:prstGeom prst="mathPlus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Minus 17"/>
          <p:cNvSpPr/>
          <p:nvPr/>
        </p:nvSpPr>
        <p:spPr>
          <a:xfrm>
            <a:off x="3632337" y="5959985"/>
            <a:ext cx="397825" cy="479752"/>
          </a:xfrm>
          <a:prstGeom prst="mathMinus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21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Step-2: Detect Unchanged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3" y="1419150"/>
            <a:ext cx="7583488" cy="4297363"/>
          </a:xfrm>
        </p:spPr>
        <p:txBody>
          <a:bodyPr/>
          <a:lstStyle/>
          <a:p>
            <a:r>
              <a:rPr lang="en-US" dirty="0"/>
              <a:t>We now apply Unix diff algorithm.</a:t>
            </a:r>
          </a:p>
          <a:p>
            <a:r>
              <a:rPr lang="en-US" dirty="0"/>
              <a:t>Lines that are changed/added/deleted are reported as the sequence of added or deleted lined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591107"/>
              </p:ext>
            </p:extLst>
          </p:nvPr>
        </p:nvGraphicFramePr>
        <p:xfrm>
          <a:off x="98858" y="3427292"/>
          <a:ext cx="3683689" cy="3333033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Left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public void  </a:t>
                      </a:r>
                      <a:r>
                        <a:rPr lang="en-US" sz="1400" b="0" i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(String</a:t>
                      </a:r>
                      <a:r>
                        <a:rPr lang="en-US" sz="1400" b="0" i="0" baseline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 path){</a:t>
                      </a:r>
                      <a:endParaRPr lang="en-US" sz="1400" b="0" i="0" dirty="0">
                        <a:solidFill>
                          <a:srgbClr val="E4E4E4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</a:t>
                      </a:r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 = new </a:t>
                      </a:r>
                      <a:r>
                        <a:rPr lang="en-US" sz="1400" b="0" i="0" baseline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(path);</a:t>
                      </a:r>
                      <a:endParaRPr lang="en-US" sz="1400" b="0" i="0" dirty="0">
                        <a:solidFill>
                          <a:srgbClr val="E4E4E4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String line  =  null;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while(line = </a:t>
                      </a:r>
                      <a:r>
                        <a:rPr lang="en-US" sz="1400" b="0" i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lr.readLine</a:t>
                      </a:r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()){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</a:t>
                      </a:r>
                      <a:r>
                        <a:rPr lang="en-US" sz="1400" b="0" i="0" baseline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System.out.println</a:t>
                      </a:r>
                      <a:r>
                        <a:rPr lang="en-US" sz="1400" b="0" i="0" baseline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(“line: ”+line)</a:t>
                      </a:r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 ;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</a:t>
                      </a:r>
                      <a:r>
                        <a:rPr lang="en-US" sz="1400" b="1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712734"/>
              </p:ext>
            </p:extLst>
          </p:nvPr>
        </p:nvGraphicFramePr>
        <p:xfrm>
          <a:off x="4547250" y="3074458"/>
          <a:ext cx="4494819" cy="370337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Right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public void  </a:t>
                      </a:r>
                      <a:r>
                        <a:rPr lang="en-US" sz="1400" b="0" i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(String</a:t>
                      </a:r>
                      <a:r>
                        <a:rPr lang="en-US" sz="1400" b="0" i="0" baseline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 path){</a:t>
                      </a:r>
                      <a:endParaRPr lang="en-US" sz="1400" b="0" i="0" dirty="0">
                        <a:solidFill>
                          <a:srgbClr val="E4E4E4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//Change the 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0" i="0" baseline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 = new </a:t>
                      </a:r>
                      <a:r>
                        <a:rPr lang="en-US" sz="1400" b="0" i="0" baseline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FileReader</a:t>
                      </a:r>
                      <a:r>
                        <a:rPr lang="en-US" sz="1400" b="0" i="0" baseline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(path);</a:t>
                      </a:r>
                      <a:endParaRPr lang="en-US" sz="1400" b="0" i="0" dirty="0">
                        <a:solidFill>
                          <a:srgbClr val="E4E4E4"/>
                        </a:solidFill>
                        <a:latin typeface="Comic Sans MS"/>
                        <a:cs typeface="Comic Sans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String line  =  null;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while(line = </a:t>
                      </a:r>
                      <a:r>
                        <a:rPr lang="en-US" sz="1400" b="0" i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r.readLine</a:t>
                      </a:r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()){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lang="en-US" sz="1400" b="0" i="0" baseline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   </a:t>
                      </a:r>
                      <a:r>
                        <a:rPr lang="en-US" sz="1400" b="0" i="0" baseline="0" dirty="0" err="1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System.out.println</a:t>
                      </a:r>
                      <a:r>
                        <a:rPr lang="en-US" sz="1400" b="0" i="0" baseline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(“line: ”+line)</a:t>
                      </a:r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;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}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fr.close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E4E4E4"/>
                          </a:solidFill>
                          <a:latin typeface="Comic Sans MS"/>
                          <a:cs typeface="Comic Sans M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Minus 11"/>
          <p:cNvSpPr/>
          <p:nvPr/>
        </p:nvSpPr>
        <p:spPr>
          <a:xfrm>
            <a:off x="3583634" y="4479974"/>
            <a:ext cx="397825" cy="479752"/>
          </a:xfrm>
          <a:prstGeom prst="mathMinus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Plus 13"/>
          <p:cNvSpPr/>
          <p:nvPr/>
        </p:nvSpPr>
        <p:spPr>
          <a:xfrm>
            <a:off x="4383390" y="3836008"/>
            <a:ext cx="370513" cy="329552"/>
          </a:xfrm>
          <a:prstGeom prst="mathPlus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Plus 15"/>
          <p:cNvSpPr/>
          <p:nvPr/>
        </p:nvSpPr>
        <p:spPr>
          <a:xfrm>
            <a:off x="4370102" y="4575554"/>
            <a:ext cx="370513" cy="329552"/>
          </a:xfrm>
          <a:prstGeom prst="mathPlus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Plus 16"/>
          <p:cNvSpPr/>
          <p:nvPr/>
        </p:nvSpPr>
        <p:spPr>
          <a:xfrm>
            <a:off x="4370102" y="6066100"/>
            <a:ext cx="370513" cy="329552"/>
          </a:xfrm>
          <a:prstGeom prst="mathPlus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Minus 17"/>
          <p:cNvSpPr/>
          <p:nvPr/>
        </p:nvSpPr>
        <p:spPr>
          <a:xfrm>
            <a:off x="3632337" y="5959985"/>
            <a:ext cx="397825" cy="479752"/>
          </a:xfrm>
          <a:prstGeom prst="mathMinus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929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Step-3: Generate Candidate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3" y="1629432"/>
            <a:ext cx="7583488" cy="4297363"/>
          </a:xfrm>
        </p:spPr>
        <p:txBody>
          <a:bodyPr/>
          <a:lstStyle/>
          <a:p>
            <a:r>
              <a:rPr lang="en-US" dirty="0"/>
              <a:t>Our goal is to determine mapping between lines in the left and right list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440467"/>
              </p:ext>
            </p:extLst>
          </p:nvPr>
        </p:nvGraphicFramePr>
        <p:xfrm>
          <a:off x="98858" y="2730910"/>
          <a:ext cx="3683689" cy="111101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Left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</a:t>
                      </a:r>
                      <a:r>
                        <a:rPr lang="en-US" sz="1400" b="1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101698"/>
              </p:ext>
            </p:extLst>
          </p:nvPr>
        </p:nvGraphicFramePr>
        <p:xfrm>
          <a:off x="4547250" y="2471473"/>
          <a:ext cx="4494819" cy="148134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Right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//Change the 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}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fr.close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885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Step-3: Generate Candidate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3" y="1629432"/>
            <a:ext cx="7583488" cy="4297363"/>
          </a:xfrm>
        </p:spPr>
        <p:txBody>
          <a:bodyPr/>
          <a:lstStyle/>
          <a:p>
            <a:r>
              <a:rPr lang="en-US" dirty="0"/>
              <a:t>Our goal is to determine mapping between lines in the left and right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798841" y="2450820"/>
            <a:ext cx="1041907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333333"/>
                </a:solidFill>
              </a:rPr>
              <a:t>Oh, Its simple. </a:t>
            </a:r>
          </a:p>
          <a:p>
            <a:pPr algn="ctr"/>
            <a:r>
              <a:rPr lang="en-US" sz="3200" dirty="0">
                <a:solidFill>
                  <a:srgbClr val="333333"/>
                </a:solidFill>
              </a:rPr>
              <a:t>Use Content and Contextual Similarity</a:t>
            </a:r>
          </a:p>
          <a:p>
            <a:pPr algn="ctr"/>
            <a:r>
              <a:rPr lang="en-US" sz="4000" dirty="0">
                <a:solidFill>
                  <a:srgbClr val="333333"/>
                </a:solidFill>
              </a:rPr>
              <a:t>Just like W_BESTI_LINE does, Isn’t it?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665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Step-3 Continue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74655"/>
              </p:ext>
            </p:extLst>
          </p:nvPr>
        </p:nvGraphicFramePr>
        <p:xfrm>
          <a:off x="2652879" y="1628794"/>
          <a:ext cx="3461252" cy="298657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46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File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sec){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//calculate total of two numbers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tot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= 0;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tot = first + sec;           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tot;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ular Callout 5"/>
          <p:cNvSpPr/>
          <p:nvPr/>
        </p:nvSpPr>
        <p:spPr>
          <a:xfrm>
            <a:off x="498058" y="3063138"/>
            <a:ext cx="2013718" cy="549314"/>
          </a:xfrm>
          <a:prstGeom prst="wedgeRoundRectCallout">
            <a:avLst>
              <a:gd name="adj1" fmla="val 101495"/>
              <a:gd name="adj2" fmla="val 6555"/>
              <a:gd name="adj3" fmla="val 16667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Consider this line</a:t>
            </a:r>
          </a:p>
        </p:txBody>
      </p:sp>
    </p:spTree>
    <p:extLst>
      <p:ext uri="{BB962C8B-B14F-4D97-AF65-F5344CB8AC3E}">
        <p14:creationId xmlns:p14="http://schemas.microsoft.com/office/powerpoint/2010/main" val="1454573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Step-3 Continue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206519"/>
              </p:ext>
            </p:extLst>
          </p:nvPr>
        </p:nvGraphicFramePr>
        <p:xfrm>
          <a:off x="2652879" y="1628794"/>
          <a:ext cx="3461252" cy="298657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46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File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sec){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//calculate total of two numbers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tot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= 0;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tot = first + sec;           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tot;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149299" y="3024323"/>
            <a:ext cx="2013718" cy="885924"/>
          </a:xfrm>
          <a:prstGeom prst="wedgeRoundRectCallout">
            <a:avLst>
              <a:gd name="adj1" fmla="val 75567"/>
              <a:gd name="adj2" fmla="val -19401"/>
              <a:gd name="adj3" fmla="val 16667"/>
            </a:avLst>
          </a:prstGeom>
          <a:solidFill>
            <a:schemeClr val="tx2">
              <a:lumMod val="50000"/>
            </a:schemeClr>
          </a:solidFill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400" dirty="0"/>
              <a:t>Content</a:t>
            </a:r>
            <a:br>
              <a:rPr lang="en-US" dirty="0"/>
            </a:br>
            <a:r>
              <a:rPr lang="en-US" dirty="0"/>
              <a:t>Line itself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259541"/>
              </p:ext>
            </p:extLst>
          </p:nvPr>
        </p:nvGraphicFramePr>
        <p:xfrm>
          <a:off x="2656897" y="3159684"/>
          <a:ext cx="3461252" cy="373322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346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tot = first + sec;             </a:t>
                      </a: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6410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Step-3 Continue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427839"/>
              </p:ext>
            </p:extLst>
          </p:nvPr>
        </p:nvGraphicFramePr>
        <p:xfrm>
          <a:off x="2652879" y="1628794"/>
          <a:ext cx="3461252" cy="298657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46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File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sec){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//calculate total of two numbers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tot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= 0;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tot = first + sec;           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tot;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149299" y="3024323"/>
            <a:ext cx="2013718" cy="885924"/>
          </a:xfrm>
          <a:prstGeom prst="wedgeRoundRectCallout">
            <a:avLst>
              <a:gd name="adj1" fmla="val 75567"/>
              <a:gd name="adj2" fmla="val -19401"/>
              <a:gd name="adj3" fmla="val 16667"/>
            </a:avLst>
          </a:prstGeom>
          <a:solidFill>
            <a:schemeClr val="tx2">
              <a:lumMod val="50000"/>
            </a:schemeClr>
          </a:solidFill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400" dirty="0"/>
              <a:t>Content</a:t>
            </a:r>
            <a:br>
              <a:rPr lang="en-US" dirty="0"/>
            </a:br>
            <a:r>
              <a:rPr lang="en-US" dirty="0"/>
              <a:t>Line itself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6118148" y="2601804"/>
            <a:ext cx="2578313" cy="1620943"/>
          </a:xfrm>
          <a:custGeom>
            <a:avLst/>
            <a:gdLst>
              <a:gd name="connsiteX0" fmla="*/ 0 w 2013718"/>
              <a:gd name="connsiteY0" fmla="*/ 147657 h 885924"/>
              <a:gd name="connsiteX1" fmla="*/ 147657 w 2013718"/>
              <a:gd name="connsiteY1" fmla="*/ 0 h 885924"/>
              <a:gd name="connsiteX2" fmla="*/ 335620 w 2013718"/>
              <a:gd name="connsiteY2" fmla="*/ 0 h 885924"/>
              <a:gd name="connsiteX3" fmla="*/ 335620 w 2013718"/>
              <a:gd name="connsiteY3" fmla="*/ 0 h 885924"/>
              <a:gd name="connsiteX4" fmla="*/ 839049 w 2013718"/>
              <a:gd name="connsiteY4" fmla="*/ 0 h 885924"/>
              <a:gd name="connsiteX5" fmla="*/ 1866061 w 2013718"/>
              <a:gd name="connsiteY5" fmla="*/ 0 h 885924"/>
              <a:gd name="connsiteX6" fmla="*/ 2013718 w 2013718"/>
              <a:gd name="connsiteY6" fmla="*/ 147657 h 885924"/>
              <a:gd name="connsiteX7" fmla="*/ 2013718 w 2013718"/>
              <a:gd name="connsiteY7" fmla="*/ 147654 h 885924"/>
              <a:gd name="connsiteX8" fmla="*/ 2013718 w 2013718"/>
              <a:gd name="connsiteY8" fmla="*/ 147654 h 885924"/>
              <a:gd name="connsiteX9" fmla="*/ 2013718 w 2013718"/>
              <a:gd name="connsiteY9" fmla="*/ 369135 h 885924"/>
              <a:gd name="connsiteX10" fmla="*/ 2013718 w 2013718"/>
              <a:gd name="connsiteY10" fmla="*/ 738267 h 885924"/>
              <a:gd name="connsiteX11" fmla="*/ 1866061 w 2013718"/>
              <a:gd name="connsiteY11" fmla="*/ 885924 h 885924"/>
              <a:gd name="connsiteX12" fmla="*/ 839049 w 2013718"/>
              <a:gd name="connsiteY12" fmla="*/ 885924 h 885924"/>
              <a:gd name="connsiteX13" fmla="*/ 335620 w 2013718"/>
              <a:gd name="connsiteY13" fmla="*/ 885924 h 885924"/>
              <a:gd name="connsiteX14" fmla="*/ 335620 w 2013718"/>
              <a:gd name="connsiteY14" fmla="*/ 885924 h 885924"/>
              <a:gd name="connsiteX15" fmla="*/ 147657 w 2013718"/>
              <a:gd name="connsiteY15" fmla="*/ 885924 h 885924"/>
              <a:gd name="connsiteX16" fmla="*/ 0 w 2013718"/>
              <a:gd name="connsiteY16" fmla="*/ 738267 h 885924"/>
              <a:gd name="connsiteX17" fmla="*/ 0 w 2013718"/>
              <a:gd name="connsiteY17" fmla="*/ 369135 h 885924"/>
              <a:gd name="connsiteX18" fmla="*/ -462994 w 2013718"/>
              <a:gd name="connsiteY18" fmla="*/ -81691 h 885924"/>
              <a:gd name="connsiteX19" fmla="*/ 0 w 2013718"/>
              <a:gd name="connsiteY19" fmla="*/ 147654 h 885924"/>
              <a:gd name="connsiteX20" fmla="*/ 0 w 2013718"/>
              <a:gd name="connsiteY20" fmla="*/ 147657 h 885924"/>
              <a:gd name="connsiteX0" fmla="*/ 462994 w 2476712"/>
              <a:gd name="connsiteY0" fmla="*/ 229348 h 1278060"/>
              <a:gd name="connsiteX1" fmla="*/ 610651 w 2476712"/>
              <a:gd name="connsiteY1" fmla="*/ 81691 h 1278060"/>
              <a:gd name="connsiteX2" fmla="*/ 798614 w 2476712"/>
              <a:gd name="connsiteY2" fmla="*/ 81691 h 1278060"/>
              <a:gd name="connsiteX3" fmla="*/ 798614 w 2476712"/>
              <a:gd name="connsiteY3" fmla="*/ 81691 h 1278060"/>
              <a:gd name="connsiteX4" fmla="*/ 1302043 w 2476712"/>
              <a:gd name="connsiteY4" fmla="*/ 81691 h 1278060"/>
              <a:gd name="connsiteX5" fmla="*/ 2329055 w 2476712"/>
              <a:gd name="connsiteY5" fmla="*/ 81691 h 1278060"/>
              <a:gd name="connsiteX6" fmla="*/ 2476712 w 2476712"/>
              <a:gd name="connsiteY6" fmla="*/ 229348 h 1278060"/>
              <a:gd name="connsiteX7" fmla="*/ 2476712 w 2476712"/>
              <a:gd name="connsiteY7" fmla="*/ 229345 h 1278060"/>
              <a:gd name="connsiteX8" fmla="*/ 2476712 w 2476712"/>
              <a:gd name="connsiteY8" fmla="*/ 229345 h 1278060"/>
              <a:gd name="connsiteX9" fmla="*/ 2476712 w 2476712"/>
              <a:gd name="connsiteY9" fmla="*/ 450826 h 1278060"/>
              <a:gd name="connsiteX10" fmla="*/ 2476712 w 2476712"/>
              <a:gd name="connsiteY10" fmla="*/ 819958 h 1278060"/>
              <a:gd name="connsiteX11" fmla="*/ 2329055 w 2476712"/>
              <a:gd name="connsiteY11" fmla="*/ 967615 h 1278060"/>
              <a:gd name="connsiteX12" fmla="*/ 1302043 w 2476712"/>
              <a:gd name="connsiteY12" fmla="*/ 967615 h 1278060"/>
              <a:gd name="connsiteX13" fmla="*/ 798614 w 2476712"/>
              <a:gd name="connsiteY13" fmla="*/ 967615 h 1278060"/>
              <a:gd name="connsiteX14" fmla="*/ 798614 w 2476712"/>
              <a:gd name="connsiteY14" fmla="*/ 967615 h 1278060"/>
              <a:gd name="connsiteX15" fmla="*/ 32095 w 2476712"/>
              <a:gd name="connsiteY15" fmla="*/ 1278060 h 1278060"/>
              <a:gd name="connsiteX16" fmla="*/ 462994 w 2476712"/>
              <a:gd name="connsiteY16" fmla="*/ 819958 h 1278060"/>
              <a:gd name="connsiteX17" fmla="*/ 462994 w 2476712"/>
              <a:gd name="connsiteY17" fmla="*/ 450826 h 1278060"/>
              <a:gd name="connsiteX18" fmla="*/ 0 w 2476712"/>
              <a:gd name="connsiteY18" fmla="*/ 0 h 1278060"/>
              <a:gd name="connsiteX19" fmla="*/ 462994 w 2476712"/>
              <a:gd name="connsiteY19" fmla="*/ 229345 h 1278060"/>
              <a:gd name="connsiteX20" fmla="*/ 462994 w 2476712"/>
              <a:gd name="connsiteY20" fmla="*/ 229348 h 1278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76712" h="1278060">
                <a:moveTo>
                  <a:pt x="462994" y="229348"/>
                </a:moveTo>
                <a:cubicBezTo>
                  <a:pt x="462994" y="147799"/>
                  <a:pt x="529102" y="81691"/>
                  <a:pt x="610651" y="81691"/>
                </a:cubicBezTo>
                <a:lnTo>
                  <a:pt x="798614" y="81691"/>
                </a:lnTo>
                <a:lnTo>
                  <a:pt x="798614" y="81691"/>
                </a:lnTo>
                <a:lnTo>
                  <a:pt x="1302043" y="81691"/>
                </a:lnTo>
                <a:lnTo>
                  <a:pt x="2329055" y="81691"/>
                </a:lnTo>
                <a:cubicBezTo>
                  <a:pt x="2410604" y="81691"/>
                  <a:pt x="2476712" y="147799"/>
                  <a:pt x="2476712" y="229348"/>
                </a:cubicBezTo>
                <a:lnTo>
                  <a:pt x="2476712" y="229345"/>
                </a:lnTo>
                <a:lnTo>
                  <a:pt x="2476712" y="229345"/>
                </a:lnTo>
                <a:lnTo>
                  <a:pt x="2476712" y="450826"/>
                </a:lnTo>
                <a:lnTo>
                  <a:pt x="2476712" y="819958"/>
                </a:lnTo>
                <a:cubicBezTo>
                  <a:pt x="2476712" y="901507"/>
                  <a:pt x="2410604" y="967615"/>
                  <a:pt x="2329055" y="967615"/>
                </a:cubicBezTo>
                <a:lnTo>
                  <a:pt x="1302043" y="967615"/>
                </a:lnTo>
                <a:lnTo>
                  <a:pt x="798614" y="967615"/>
                </a:lnTo>
                <a:lnTo>
                  <a:pt x="798614" y="967615"/>
                </a:lnTo>
                <a:cubicBezTo>
                  <a:pt x="735960" y="967615"/>
                  <a:pt x="94749" y="1278060"/>
                  <a:pt x="32095" y="1278060"/>
                </a:cubicBezTo>
                <a:cubicBezTo>
                  <a:pt x="-49454" y="1278060"/>
                  <a:pt x="462994" y="901507"/>
                  <a:pt x="462994" y="819958"/>
                </a:cubicBezTo>
                <a:lnTo>
                  <a:pt x="462994" y="450826"/>
                </a:lnTo>
                <a:lnTo>
                  <a:pt x="0" y="0"/>
                </a:lnTo>
                <a:lnTo>
                  <a:pt x="462994" y="229345"/>
                </a:lnTo>
                <a:lnTo>
                  <a:pt x="462994" y="229348"/>
                </a:lnTo>
                <a:close/>
              </a:path>
            </a:pathLst>
          </a:cu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         </a:t>
            </a:r>
            <a:br>
              <a:rPr lang="en-US" dirty="0"/>
            </a:br>
            <a:r>
              <a:rPr lang="en-US" dirty="0"/>
              <a:t>         </a:t>
            </a:r>
            <a:r>
              <a:rPr lang="en-US" sz="2400" dirty="0">
                <a:solidFill>
                  <a:srgbClr val="333333"/>
                </a:solidFill>
              </a:rPr>
              <a:t>Context</a:t>
            </a:r>
            <a:r>
              <a:rPr lang="en-US" dirty="0">
                <a:solidFill>
                  <a:srgbClr val="333333"/>
                </a:solidFill>
              </a:rPr>
              <a:t> </a:t>
            </a:r>
          </a:p>
          <a:p>
            <a:r>
              <a:rPr lang="en-US" dirty="0">
                <a:solidFill>
                  <a:srgbClr val="333333"/>
                </a:solidFill>
              </a:rPr>
              <a:t>        Consists of top and      </a:t>
            </a:r>
            <a:br>
              <a:rPr lang="en-US" dirty="0">
                <a:solidFill>
                  <a:srgbClr val="333333"/>
                </a:solidFill>
              </a:rPr>
            </a:br>
            <a:r>
              <a:rPr lang="en-US" dirty="0">
                <a:solidFill>
                  <a:srgbClr val="333333"/>
                </a:solidFill>
              </a:rPr>
              <a:t>             bottom 4 lines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995690"/>
              </p:ext>
            </p:extLst>
          </p:nvPr>
        </p:nvGraphicFramePr>
        <p:xfrm>
          <a:off x="2656897" y="1997385"/>
          <a:ext cx="3461252" cy="1119966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346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public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foo(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first,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sec){ </a:t>
                      </a: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//calculate total of two numbers</a:t>
                      </a: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              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tot</a:t>
                      </a:r>
                      <a:r>
                        <a:rPr lang="en-US" baseline="0" dirty="0">
                          <a:solidFill>
                            <a:schemeClr val="bg2"/>
                          </a:solidFill>
                        </a:rPr>
                        <a:t> = 0;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623802"/>
              </p:ext>
            </p:extLst>
          </p:nvPr>
        </p:nvGraphicFramePr>
        <p:xfrm>
          <a:off x="2656897" y="3588785"/>
          <a:ext cx="3461252" cy="1119966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346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 return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tot;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217181"/>
              </p:ext>
            </p:extLst>
          </p:nvPr>
        </p:nvGraphicFramePr>
        <p:xfrm>
          <a:off x="2656897" y="3159684"/>
          <a:ext cx="3461252" cy="373322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346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tot = first + sec;             </a:t>
                      </a: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820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Step-3 CONTINUE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17793"/>
              </p:ext>
            </p:extLst>
          </p:nvPr>
        </p:nvGraphicFramePr>
        <p:xfrm>
          <a:off x="98858" y="1883432"/>
          <a:ext cx="3683689" cy="111101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Left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</a:t>
                      </a:r>
                      <a:r>
                        <a:rPr lang="en-US" sz="1400" b="1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964081"/>
              </p:ext>
            </p:extLst>
          </p:nvPr>
        </p:nvGraphicFramePr>
        <p:xfrm>
          <a:off x="4406139" y="1629432"/>
          <a:ext cx="4494819" cy="148134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Right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//Change the 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}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fr.close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5867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Step-3 Continue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938491"/>
              </p:ext>
            </p:extLst>
          </p:nvPr>
        </p:nvGraphicFramePr>
        <p:xfrm>
          <a:off x="98858" y="1883432"/>
          <a:ext cx="3683689" cy="111101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Left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</a:t>
                      </a:r>
                      <a:r>
                        <a:rPr lang="en-US" sz="1400" b="1" i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347697"/>
              </p:ext>
            </p:extLst>
          </p:nvPr>
        </p:nvGraphicFramePr>
        <p:xfrm>
          <a:off x="4406139" y="1629432"/>
          <a:ext cx="4494819" cy="148134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Right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//Change the 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}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fr.close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614394" y="3305832"/>
            <a:ext cx="8529605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1711325" indent="-280988" algn="l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lang="en-US" sz="1800" kern="1200" dirty="0" smtClean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000250" indent="-280988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800" kern="1200" dirty="0" smtClean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290763" indent="-280988" algn="l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lang="en-US" sz="1800" kern="1200" dirty="0" smtClean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2571750" indent="-280988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800" kern="1200" dirty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280800">
              <a:spcBef>
                <a:spcPts val="0"/>
              </a:spcBef>
            </a:pPr>
            <a:r>
              <a:rPr lang="en-US" dirty="0"/>
              <a:t>Determine content and context similarity between all pairs of lines.</a:t>
            </a:r>
          </a:p>
          <a:p>
            <a:pPr marL="576075" lvl="1">
              <a:spcBef>
                <a:spcPts val="0"/>
              </a:spcBef>
            </a:pPr>
            <a:r>
              <a:rPr lang="en-US" dirty="0"/>
              <a:t>Content Similarity   = Levenshtein Distance</a:t>
            </a:r>
          </a:p>
          <a:p>
            <a:pPr marL="576075" lvl="1">
              <a:spcBef>
                <a:spcPts val="0"/>
              </a:spcBef>
            </a:pPr>
            <a:r>
              <a:rPr lang="en-US" dirty="0"/>
              <a:t>Context Similarity   = Cosine Similarity</a:t>
            </a:r>
          </a:p>
          <a:p>
            <a:pPr marL="576075" lvl="1">
              <a:spcBef>
                <a:spcPts val="0"/>
              </a:spcBef>
            </a:pPr>
            <a:endParaRPr lang="en-US" sz="1000" dirty="0"/>
          </a:p>
          <a:p>
            <a:pPr>
              <a:spcBef>
                <a:spcPts val="0"/>
              </a:spcBef>
            </a:pPr>
            <a:r>
              <a:rPr lang="en-US" dirty="0"/>
              <a:t>Calculate Combined Similarity Score: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Combined </a:t>
            </a:r>
            <a:r>
              <a:rPr lang="en-US" sz="2000" b="1" dirty="0" err="1">
                <a:solidFill>
                  <a:schemeClr val="accent1"/>
                </a:solidFill>
              </a:rPr>
              <a:t>Sim</a:t>
            </a:r>
            <a:r>
              <a:rPr lang="en-US" sz="2000" b="1" dirty="0">
                <a:solidFill>
                  <a:schemeClr val="accent1"/>
                </a:solidFill>
              </a:rPr>
              <a:t>. Score = 0.6 * Content </a:t>
            </a:r>
            <a:r>
              <a:rPr lang="en-US" sz="2000" b="1" dirty="0" err="1">
                <a:solidFill>
                  <a:schemeClr val="accent1"/>
                </a:solidFill>
              </a:rPr>
              <a:t>Sim</a:t>
            </a:r>
            <a:r>
              <a:rPr lang="en-US" sz="2000" b="1" dirty="0">
                <a:solidFill>
                  <a:schemeClr val="accent1"/>
                </a:solidFill>
              </a:rPr>
              <a:t>. + 0.4* Context </a:t>
            </a:r>
            <a:r>
              <a:rPr lang="en-US" sz="2000" b="1" dirty="0" err="1">
                <a:solidFill>
                  <a:schemeClr val="accent1"/>
                </a:solidFill>
              </a:rPr>
              <a:t>Sim</a:t>
            </a:r>
            <a:endParaRPr lang="en-US" sz="2000" b="1" dirty="0">
              <a:solidFill>
                <a:schemeClr val="accent1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en-US" sz="900" b="1" dirty="0">
              <a:solidFill>
                <a:schemeClr val="accent1"/>
              </a:solidFill>
            </a:endParaRPr>
          </a:p>
          <a:p>
            <a:pPr>
              <a:spcBef>
                <a:spcPts val="0"/>
              </a:spcBef>
            </a:pPr>
            <a:r>
              <a:rPr lang="en-US" dirty="0"/>
              <a:t>Map lines that gives highest similarity score and exceed a predefined threshold value.</a:t>
            </a:r>
          </a:p>
        </p:txBody>
      </p:sp>
    </p:spTree>
    <p:extLst>
      <p:ext uri="{BB962C8B-B14F-4D97-AF65-F5344CB8AC3E}">
        <p14:creationId xmlns:p14="http://schemas.microsoft.com/office/powerpoint/2010/main" val="23604414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Step-3 Continue</a:t>
            </a:r>
          </a:p>
        </p:txBody>
      </p:sp>
      <p:sp>
        <p:nvSpPr>
          <p:cNvPr id="7" name="Alternate Process 6"/>
          <p:cNvSpPr/>
          <p:nvPr/>
        </p:nvSpPr>
        <p:spPr>
          <a:xfrm>
            <a:off x="1349731" y="1732654"/>
            <a:ext cx="6966418" cy="1512902"/>
          </a:xfrm>
          <a:custGeom>
            <a:avLst/>
            <a:gdLst>
              <a:gd name="connsiteX0" fmla="*/ 0 w 6679492"/>
              <a:gd name="connsiteY0" fmla="*/ 252150 h 1512902"/>
              <a:gd name="connsiteX1" fmla="*/ 252150 w 6679492"/>
              <a:gd name="connsiteY1" fmla="*/ 0 h 1512902"/>
              <a:gd name="connsiteX2" fmla="*/ 6427342 w 6679492"/>
              <a:gd name="connsiteY2" fmla="*/ 0 h 1512902"/>
              <a:gd name="connsiteX3" fmla="*/ 6679492 w 6679492"/>
              <a:gd name="connsiteY3" fmla="*/ 252150 h 1512902"/>
              <a:gd name="connsiteX4" fmla="*/ 6679492 w 6679492"/>
              <a:gd name="connsiteY4" fmla="*/ 1260752 h 1512902"/>
              <a:gd name="connsiteX5" fmla="*/ 6427342 w 6679492"/>
              <a:gd name="connsiteY5" fmla="*/ 1512902 h 1512902"/>
              <a:gd name="connsiteX6" fmla="*/ 252150 w 6679492"/>
              <a:gd name="connsiteY6" fmla="*/ 1512902 h 1512902"/>
              <a:gd name="connsiteX7" fmla="*/ 0 w 6679492"/>
              <a:gd name="connsiteY7" fmla="*/ 1260752 h 1512902"/>
              <a:gd name="connsiteX8" fmla="*/ 0 w 6679492"/>
              <a:gd name="connsiteY8" fmla="*/ 252150 h 1512902"/>
              <a:gd name="connsiteX0" fmla="*/ 0 w 6679492"/>
              <a:gd name="connsiteY0" fmla="*/ 253224 h 1513976"/>
              <a:gd name="connsiteX1" fmla="*/ 252150 w 6679492"/>
              <a:gd name="connsiteY1" fmla="*/ 1074 h 1513976"/>
              <a:gd name="connsiteX2" fmla="*/ 6427342 w 6679492"/>
              <a:gd name="connsiteY2" fmla="*/ 1074 h 1513976"/>
              <a:gd name="connsiteX3" fmla="*/ 6679492 w 6679492"/>
              <a:gd name="connsiteY3" fmla="*/ 253224 h 1513976"/>
              <a:gd name="connsiteX4" fmla="*/ 6679492 w 6679492"/>
              <a:gd name="connsiteY4" fmla="*/ 1261826 h 1513976"/>
              <a:gd name="connsiteX5" fmla="*/ 6427342 w 6679492"/>
              <a:gd name="connsiteY5" fmla="*/ 1513976 h 1513976"/>
              <a:gd name="connsiteX6" fmla="*/ 252150 w 6679492"/>
              <a:gd name="connsiteY6" fmla="*/ 1513976 h 1513976"/>
              <a:gd name="connsiteX7" fmla="*/ 0 w 6679492"/>
              <a:gd name="connsiteY7" fmla="*/ 1261826 h 1513976"/>
              <a:gd name="connsiteX8" fmla="*/ 0 w 6679492"/>
              <a:gd name="connsiteY8" fmla="*/ 253224 h 1513976"/>
              <a:gd name="connsiteX0" fmla="*/ 0 w 6966418"/>
              <a:gd name="connsiteY0" fmla="*/ 252150 h 1512902"/>
              <a:gd name="connsiteX1" fmla="*/ 252150 w 6966418"/>
              <a:gd name="connsiteY1" fmla="*/ 0 h 1512902"/>
              <a:gd name="connsiteX2" fmla="*/ 6427342 w 6966418"/>
              <a:gd name="connsiteY2" fmla="*/ 0 h 1512902"/>
              <a:gd name="connsiteX3" fmla="*/ 6679492 w 6966418"/>
              <a:gd name="connsiteY3" fmla="*/ 252150 h 1512902"/>
              <a:gd name="connsiteX4" fmla="*/ 6679492 w 6966418"/>
              <a:gd name="connsiteY4" fmla="*/ 1260752 h 1512902"/>
              <a:gd name="connsiteX5" fmla="*/ 6427342 w 6966418"/>
              <a:gd name="connsiteY5" fmla="*/ 1512902 h 1512902"/>
              <a:gd name="connsiteX6" fmla="*/ 252150 w 6966418"/>
              <a:gd name="connsiteY6" fmla="*/ 1512902 h 1512902"/>
              <a:gd name="connsiteX7" fmla="*/ 0 w 6966418"/>
              <a:gd name="connsiteY7" fmla="*/ 1260752 h 1512902"/>
              <a:gd name="connsiteX8" fmla="*/ 0 w 6966418"/>
              <a:gd name="connsiteY8" fmla="*/ 252150 h 151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66418" h="1512902">
                <a:moveTo>
                  <a:pt x="0" y="252150"/>
                </a:moveTo>
                <a:cubicBezTo>
                  <a:pt x="0" y="112891"/>
                  <a:pt x="112891" y="0"/>
                  <a:pt x="252150" y="0"/>
                </a:cubicBezTo>
                <a:lnTo>
                  <a:pt x="6427342" y="0"/>
                </a:lnTo>
                <a:cubicBezTo>
                  <a:pt x="7469713" y="84667"/>
                  <a:pt x="6679492" y="112891"/>
                  <a:pt x="6679492" y="252150"/>
                </a:cubicBezTo>
                <a:lnTo>
                  <a:pt x="6679492" y="1260752"/>
                </a:lnTo>
                <a:cubicBezTo>
                  <a:pt x="6679492" y="1400011"/>
                  <a:pt x="6566601" y="1512902"/>
                  <a:pt x="6427342" y="1512902"/>
                </a:cubicBezTo>
                <a:lnTo>
                  <a:pt x="252150" y="1512902"/>
                </a:lnTo>
                <a:cubicBezTo>
                  <a:pt x="112891" y="1512902"/>
                  <a:pt x="0" y="1400011"/>
                  <a:pt x="0" y="1260752"/>
                </a:cubicBezTo>
                <a:lnTo>
                  <a:pt x="0" y="252150"/>
                </a:lnTo>
                <a:close/>
              </a:path>
            </a:pathLst>
          </a:cu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400" dirty="0"/>
              <a:t>Calculating similarity between all pairs of lines?        </a:t>
            </a:r>
          </a:p>
          <a:p>
            <a:pPr algn="ctr"/>
            <a:r>
              <a:rPr lang="en-US" sz="3600" dirty="0"/>
              <a:t>It will take a long time</a:t>
            </a:r>
          </a:p>
          <a:p>
            <a:pPr algn="ctr"/>
            <a:r>
              <a:rPr lang="en-US" sz="2400" dirty="0"/>
              <a:t>Particularly for Levenshtein distance</a:t>
            </a:r>
          </a:p>
        </p:txBody>
      </p:sp>
      <p:pic>
        <p:nvPicPr>
          <p:cNvPr id="11" name="Picture 10" descr="73329588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218" y="1545734"/>
            <a:ext cx="1068782" cy="2625886"/>
          </a:xfrm>
          <a:prstGeom prst="rect">
            <a:avLst/>
          </a:prstGeom>
        </p:spPr>
      </p:pic>
      <p:pic>
        <p:nvPicPr>
          <p:cNvPr id="13" name="Picture 12" descr="rbsb2_02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1" y="3804731"/>
            <a:ext cx="1155143" cy="2686380"/>
          </a:xfrm>
          <a:prstGeom prst="rect">
            <a:avLst/>
          </a:prstGeom>
        </p:spPr>
      </p:pic>
      <p:sp>
        <p:nvSpPr>
          <p:cNvPr id="14" name="Alternate Process 13"/>
          <p:cNvSpPr/>
          <p:nvPr/>
        </p:nvSpPr>
        <p:spPr>
          <a:xfrm>
            <a:off x="705533" y="3804732"/>
            <a:ext cx="5602136" cy="823714"/>
          </a:xfrm>
          <a:custGeom>
            <a:avLst/>
            <a:gdLst>
              <a:gd name="connsiteX0" fmla="*/ 0 w 5147203"/>
              <a:gd name="connsiteY0" fmla="*/ 137286 h 823713"/>
              <a:gd name="connsiteX1" fmla="*/ 137286 w 5147203"/>
              <a:gd name="connsiteY1" fmla="*/ 0 h 823713"/>
              <a:gd name="connsiteX2" fmla="*/ 5009918 w 5147203"/>
              <a:gd name="connsiteY2" fmla="*/ 0 h 823713"/>
              <a:gd name="connsiteX3" fmla="*/ 5147204 w 5147203"/>
              <a:gd name="connsiteY3" fmla="*/ 137286 h 823713"/>
              <a:gd name="connsiteX4" fmla="*/ 5147203 w 5147203"/>
              <a:gd name="connsiteY4" fmla="*/ 686428 h 823713"/>
              <a:gd name="connsiteX5" fmla="*/ 5009917 w 5147203"/>
              <a:gd name="connsiteY5" fmla="*/ 823714 h 823713"/>
              <a:gd name="connsiteX6" fmla="*/ 137286 w 5147203"/>
              <a:gd name="connsiteY6" fmla="*/ 823713 h 823713"/>
              <a:gd name="connsiteX7" fmla="*/ 0 w 5147203"/>
              <a:gd name="connsiteY7" fmla="*/ 686427 h 823713"/>
              <a:gd name="connsiteX8" fmla="*/ 0 w 5147203"/>
              <a:gd name="connsiteY8" fmla="*/ 137286 h 823713"/>
              <a:gd name="connsiteX0" fmla="*/ 454932 w 5602136"/>
              <a:gd name="connsiteY0" fmla="*/ 137286 h 823714"/>
              <a:gd name="connsiteX1" fmla="*/ 592218 w 5602136"/>
              <a:gd name="connsiteY1" fmla="*/ 0 h 823714"/>
              <a:gd name="connsiteX2" fmla="*/ 5464850 w 5602136"/>
              <a:gd name="connsiteY2" fmla="*/ 0 h 823714"/>
              <a:gd name="connsiteX3" fmla="*/ 5602136 w 5602136"/>
              <a:gd name="connsiteY3" fmla="*/ 137286 h 823714"/>
              <a:gd name="connsiteX4" fmla="*/ 5602135 w 5602136"/>
              <a:gd name="connsiteY4" fmla="*/ 686428 h 823714"/>
              <a:gd name="connsiteX5" fmla="*/ 5464849 w 5602136"/>
              <a:gd name="connsiteY5" fmla="*/ 823714 h 823714"/>
              <a:gd name="connsiteX6" fmla="*/ 592218 w 5602136"/>
              <a:gd name="connsiteY6" fmla="*/ 823713 h 823714"/>
              <a:gd name="connsiteX7" fmla="*/ 454932 w 5602136"/>
              <a:gd name="connsiteY7" fmla="*/ 686427 h 823714"/>
              <a:gd name="connsiteX8" fmla="*/ 454932 w 5602136"/>
              <a:gd name="connsiteY8" fmla="*/ 137286 h 8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02136" h="823714">
                <a:moveTo>
                  <a:pt x="454932" y="137286"/>
                </a:moveTo>
                <a:cubicBezTo>
                  <a:pt x="454932" y="61465"/>
                  <a:pt x="-654825" y="324555"/>
                  <a:pt x="592218" y="0"/>
                </a:cubicBezTo>
                <a:lnTo>
                  <a:pt x="5464850" y="0"/>
                </a:lnTo>
                <a:cubicBezTo>
                  <a:pt x="5540671" y="0"/>
                  <a:pt x="5602136" y="61465"/>
                  <a:pt x="5602136" y="137286"/>
                </a:cubicBezTo>
                <a:cubicBezTo>
                  <a:pt x="5602136" y="320333"/>
                  <a:pt x="5602135" y="503381"/>
                  <a:pt x="5602135" y="686428"/>
                </a:cubicBezTo>
                <a:cubicBezTo>
                  <a:pt x="5602135" y="762249"/>
                  <a:pt x="5540670" y="823714"/>
                  <a:pt x="5464849" y="823714"/>
                </a:cubicBezTo>
                <a:lnTo>
                  <a:pt x="592218" y="823713"/>
                </a:lnTo>
                <a:cubicBezTo>
                  <a:pt x="516397" y="823713"/>
                  <a:pt x="454932" y="762248"/>
                  <a:pt x="454932" y="686427"/>
                </a:cubicBezTo>
                <a:lnTo>
                  <a:pt x="454932" y="137286"/>
                </a:lnTo>
                <a:close/>
              </a:path>
            </a:pathLst>
          </a:cu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800" dirty="0"/>
              <a:t>Right but what else we can do?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13333" y="221544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227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Step-3 Continue</a:t>
            </a:r>
          </a:p>
        </p:txBody>
      </p:sp>
      <p:sp>
        <p:nvSpPr>
          <p:cNvPr id="7" name="Alternate Process 6"/>
          <p:cNvSpPr/>
          <p:nvPr/>
        </p:nvSpPr>
        <p:spPr>
          <a:xfrm>
            <a:off x="1349731" y="1732654"/>
            <a:ext cx="6966418" cy="1512902"/>
          </a:xfrm>
          <a:custGeom>
            <a:avLst/>
            <a:gdLst>
              <a:gd name="connsiteX0" fmla="*/ 0 w 6679492"/>
              <a:gd name="connsiteY0" fmla="*/ 252150 h 1512902"/>
              <a:gd name="connsiteX1" fmla="*/ 252150 w 6679492"/>
              <a:gd name="connsiteY1" fmla="*/ 0 h 1512902"/>
              <a:gd name="connsiteX2" fmla="*/ 6427342 w 6679492"/>
              <a:gd name="connsiteY2" fmla="*/ 0 h 1512902"/>
              <a:gd name="connsiteX3" fmla="*/ 6679492 w 6679492"/>
              <a:gd name="connsiteY3" fmla="*/ 252150 h 1512902"/>
              <a:gd name="connsiteX4" fmla="*/ 6679492 w 6679492"/>
              <a:gd name="connsiteY4" fmla="*/ 1260752 h 1512902"/>
              <a:gd name="connsiteX5" fmla="*/ 6427342 w 6679492"/>
              <a:gd name="connsiteY5" fmla="*/ 1512902 h 1512902"/>
              <a:gd name="connsiteX6" fmla="*/ 252150 w 6679492"/>
              <a:gd name="connsiteY6" fmla="*/ 1512902 h 1512902"/>
              <a:gd name="connsiteX7" fmla="*/ 0 w 6679492"/>
              <a:gd name="connsiteY7" fmla="*/ 1260752 h 1512902"/>
              <a:gd name="connsiteX8" fmla="*/ 0 w 6679492"/>
              <a:gd name="connsiteY8" fmla="*/ 252150 h 1512902"/>
              <a:gd name="connsiteX0" fmla="*/ 0 w 6679492"/>
              <a:gd name="connsiteY0" fmla="*/ 253224 h 1513976"/>
              <a:gd name="connsiteX1" fmla="*/ 252150 w 6679492"/>
              <a:gd name="connsiteY1" fmla="*/ 1074 h 1513976"/>
              <a:gd name="connsiteX2" fmla="*/ 6427342 w 6679492"/>
              <a:gd name="connsiteY2" fmla="*/ 1074 h 1513976"/>
              <a:gd name="connsiteX3" fmla="*/ 6679492 w 6679492"/>
              <a:gd name="connsiteY3" fmla="*/ 253224 h 1513976"/>
              <a:gd name="connsiteX4" fmla="*/ 6679492 w 6679492"/>
              <a:gd name="connsiteY4" fmla="*/ 1261826 h 1513976"/>
              <a:gd name="connsiteX5" fmla="*/ 6427342 w 6679492"/>
              <a:gd name="connsiteY5" fmla="*/ 1513976 h 1513976"/>
              <a:gd name="connsiteX6" fmla="*/ 252150 w 6679492"/>
              <a:gd name="connsiteY6" fmla="*/ 1513976 h 1513976"/>
              <a:gd name="connsiteX7" fmla="*/ 0 w 6679492"/>
              <a:gd name="connsiteY7" fmla="*/ 1261826 h 1513976"/>
              <a:gd name="connsiteX8" fmla="*/ 0 w 6679492"/>
              <a:gd name="connsiteY8" fmla="*/ 253224 h 1513976"/>
              <a:gd name="connsiteX0" fmla="*/ 0 w 6966418"/>
              <a:gd name="connsiteY0" fmla="*/ 252150 h 1512902"/>
              <a:gd name="connsiteX1" fmla="*/ 252150 w 6966418"/>
              <a:gd name="connsiteY1" fmla="*/ 0 h 1512902"/>
              <a:gd name="connsiteX2" fmla="*/ 6427342 w 6966418"/>
              <a:gd name="connsiteY2" fmla="*/ 0 h 1512902"/>
              <a:gd name="connsiteX3" fmla="*/ 6679492 w 6966418"/>
              <a:gd name="connsiteY3" fmla="*/ 252150 h 1512902"/>
              <a:gd name="connsiteX4" fmla="*/ 6679492 w 6966418"/>
              <a:gd name="connsiteY4" fmla="*/ 1260752 h 1512902"/>
              <a:gd name="connsiteX5" fmla="*/ 6427342 w 6966418"/>
              <a:gd name="connsiteY5" fmla="*/ 1512902 h 1512902"/>
              <a:gd name="connsiteX6" fmla="*/ 252150 w 6966418"/>
              <a:gd name="connsiteY6" fmla="*/ 1512902 h 1512902"/>
              <a:gd name="connsiteX7" fmla="*/ 0 w 6966418"/>
              <a:gd name="connsiteY7" fmla="*/ 1260752 h 1512902"/>
              <a:gd name="connsiteX8" fmla="*/ 0 w 6966418"/>
              <a:gd name="connsiteY8" fmla="*/ 252150 h 151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66418" h="1512902">
                <a:moveTo>
                  <a:pt x="0" y="252150"/>
                </a:moveTo>
                <a:cubicBezTo>
                  <a:pt x="0" y="112891"/>
                  <a:pt x="112891" y="0"/>
                  <a:pt x="252150" y="0"/>
                </a:cubicBezTo>
                <a:lnTo>
                  <a:pt x="6427342" y="0"/>
                </a:lnTo>
                <a:cubicBezTo>
                  <a:pt x="7469713" y="84667"/>
                  <a:pt x="6679492" y="112891"/>
                  <a:pt x="6679492" y="252150"/>
                </a:cubicBezTo>
                <a:lnTo>
                  <a:pt x="6679492" y="1260752"/>
                </a:lnTo>
                <a:cubicBezTo>
                  <a:pt x="6679492" y="1400011"/>
                  <a:pt x="6566601" y="1512902"/>
                  <a:pt x="6427342" y="1512902"/>
                </a:cubicBezTo>
                <a:lnTo>
                  <a:pt x="252150" y="1512902"/>
                </a:lnTo>
                <a:cubicBezTo>
                  <a:pt x="112891" y="1512902"/>
                  <a:pt x="0" y="1400011"/>
                  <a:pt x="0" y="1260752"/>
                </a:cubicBezTo>
                <a:lnTo>
                  <a:pt x="0" y="252150"/>
                </a:lnTo>
                <a:close/>
              </a:path>
            </a:pathLst>
          </a:cu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400" dirty="0"/>
              <a:t>Calculating similarity between all pairs of lines?        </a:t>
            </a:r>
          </a:p>
          <a:p>
            <a:pPr algn="ctr"/>
            <a:r>
              <a:rPr lang="en-US" sz="3600" dirty="0"/>
              <a:t>It will take a long time</a:t>
            </a:r>
          </a:p>
          <a:p>
            <a:pPr algn="ctr"/>
            <a:r>
              <a:rPr lang="en-US" sz="2400" dirty="0"/>
              <a:t>Particularly for Levenshtein distance</a:t>
            </a:r>
          </a:p>
        </p:txBody>
      </p:sp>
      <p:pic>
        <p:nvPicPr>
          <p:cNvPr id="11" name="Picture 10" descr="73329588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218" y="1545734"/>
            <a:ext cx="1068782" cy="2625886"/>
          </a:xfrm>
          <a:prstGeom prst="rect">
            <a:avLst/>
          </a:prstGeom>
        </p:spPr>
      </p:pic>
      <p:pic>
        <p:nvPicPr>
          <p:cNvPr id="13" name="Picture 12" descr="rbsb2_02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1" y="3804731"/>
            <a:ext cx="1155143" cy="2686380"/>
          </a:xfrm>
          <a:prstGeom prst="rect">
            <a:avLst/>
          </a:prstGeom>
        </p:spPr>
      </p:pic>
      <p:sp>
        <p:nvSpPr>
          <p:cNvPr id="14" name="Alternate Process 13"/>
          <p:cNvSpPr/>
          <p:nvPr/>
        </p:nvSpPr>
        <p:spPr>
          <a:xfrm>
            <a:off x="705533" y="3804732"/>
            <a:ext cx="5602136" cy="823714"/>
          </a:xfrm>
          <a:custGeom>
            <a:avLst/>
            <a:gdLst>
              <a:gd name="connsiteX0" fmla="*/ 0 w 5147203"/>
              <a:gd name="connsiteY0" fmla="*/ 137286 h 823713"/>
              <a:gd name="connsiteX1" fmla="*/ 137286 w 5147203"/>
              <a:gd name="connsiteY1" fmla="*/ 0 h 823713"/>
              <a:gd name="connsiteX2" fmla="*/ 5009918 w 5147203"/>
              <a:gd name="connsiteY2" fmla="*/ 0 h 823713"/>
              <a:gd name="connsiteX3" fmla="*/ 5147204 w 5147203"/>
              <a:gd name="connsiteY3" fmla="*/ 137286 h 823713"/>
              <a:gd name="connsiteX4" fmla="*/ 5147203 w 5147203"/>
              <a:gd name="connsiteY4" fmla="*/ 686428 h 823713"/>
              <a:gd name="connsiteX5" fmla="*/ 5009917 w 5147203"/>
              <a:gd name="connsiteY5" fmla="*/ 823714 h 823713"/>
              <a:gd name="connsiteX6" fmla="*/ 137286 w 5147203"/>
              <a:gd name="connsiteY6" fmla="*/ 823713 h 823713"/>
              <a:gd name="connsiteX7" fmla="*/ 0 w 5147203"/>
              <a:gd name="connsiteY7" fmla="*/ 686427 h 823713"/>
              <a:gd name="connsiteX8" fmla="*/ 0 w 5147203"/>
              <a:gd name="connsiteY8" fmla="*/ 137286 h 823713"/>
              <a:gd name="connsiteX0" fmla="*/ 454932 w 5602136"/>
              <a:gd name="connsiteY0" fmla="*/ 137286 h 823714"/>
              <a:gd name="connsiteX1" fmla="*/ 592218 w 5602136"/>
              <a:gd name="connsiteY1" fmla="*/ 0 h 823714"/>
              <a:gd name="connsiteX2" fmla="*/ 5464850 w 5602136"/>
              <a:gd name="connsiteY2" fmla="*/ 0 h 823714"/>
              <a:gd name="connsiteX3" fmla="*/ 5602136 w 5602136"/>
              <a:gd name="connsiteY3" fmla="*/ 137286 h 823714"/>
              <a:gd name="connsiteX4" fmla="*/ 5602135 w 5602136"/>
              <a:gd name="connsiteY4" fmla="*/ 686428 h 823714"/>
              <a:gd name="connsiteX5" fmla="*/ 5464849 w 5602136"/>
              <a:gd name="connsiteY5" fmla="*/ 823714 h 823714"/>
              <a:gd name="connsiteX6" fmla="*/ 592218 w 5602136"/>
              <a:gd name="connsiteY6" fmla="*/ 823713 h 823714"/>
              <a:gd name="connsiteX7" fmla="*/ 454932 w 5602136"/>
              <a:gd name="connsiteY7" fmla="*/ 686427 h 823714"/>
              <a:gd name="connsiteX8" fmla="*/ 454932 w 5602136"/>
              <a:gd name="connsiteY8" fmla="*/ 137286 h 8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02136" h="823714">
                <a:moveTo>
                  <a:pt x="454932" y="137286"/>
                </a:moveTo>
                <a:cubicBezTo>
                  <a:pt x="454932" y="61465"/>
                  <a:pt x="-654825" y="324555"/>
                  <a:pt x="592218" y="0"/>
                </a:cubicBezTo>
                <a:lnTo>
                  <a:pt x="5464850" y="0"/>
                </a:lnTo>
                <a:cubicBezTo>
                  <a:pt x="5540671" y="0"/>
                  <a:pt x="5602136" y="61465"/>
                  <a:pt x="5602136" y="137286"/>
                </a:cubicBezTo>
                <a:cubicBezTo>
                  <a:pt x="5602136" y="320333"/>
                  <a:pt x="5602135" y="503381"/>
                  <a:pt x="5602135" y="686428"/>
                </a:cubicBezTo>
                <a:cubicBezTo>
                  <a:pt x="5602135" y="762249"/>
                  <a:pt x="5540670" y="823714"/>
                  <a:pt x="5464849" y="823714"/>
                </a:cubicBezTo>
                <a:lnTo>
                  <a:pt x="592218" y="823713"/>
                </a:lnTo>
                <a:cubicBezTo>
                  <a:pt x="516397" y="823713"/>
                  <a:pt x="454932" y="762248"/>
                  <a:pt x="454932" y="686427"/>
                </a:cubicBezTo>
                <a:lnTo>
                  <a:pt x="454932" y="137286"/>
                </a:lnTo>
                <a:close/>
              </a:path>
            </a:pathLst>
          </a:cu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800" dirty="0"/>
              <a:t>Right but what else we can do?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13333" y="221544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Alternate Process 18"/>
          <p:cNvSpPr/>
          <p:nvPr/>
        </p:nvSpPr>
        <p:spPr>
          <a:xfrm>
            <a:off x="1735667" y="5348111"/>
            <a:ext cx="6128926" cy="747889"/>
          </a:xfrm>
          <a:prstGeom prst="flowChartAlternateProcess">
            <a:avLst/>
          </a:prstGeom>
          <a:ln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We use Simhash to solve the issue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1968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Step-3 CONTINUE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05151" y="1817485"/>
            <a:ext cx="8529605" cy="4750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82575" indent="-282575" algn="l" defTabSz="914400" rtl="0" eaLnBrk="1" latinLnBrk="0" hangingPunct="1">
              <a:spcBef>
                <a:spcPts val="2000"/>
              </a:spcBef>
              <a:buFont typeface="Calisto MT" pitchFamily="18" charset="0"/>
              <a:buChar char="•"/>
              <a:defRPr sz="24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577850" indent="-2952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22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86042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20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43000" indent="-282575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82575" algn="l" defTabSz="914400" rtl="0" eaLnBrk="1" latinLnBrk="0" hangingPunct="1">
              <a:spcBef>
                <a:spcPts val="600"/>
              </a:spcBef>
              <a:buFont typeface="Calisto MT" pitchFamily="18" charset="0"/>
              <a:buChar char="•"/>
              <a:defRPr sz="180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1711325" indent="-280988" algn="l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lang="en-US" sz="1800" kern="1200" dirty="0" smtClean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000250" indent="-280988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800" kern="1200" dirty="0" smtClean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290763" indent="-280988" algn="l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lang="en-US" sz="1800" kern="1200" dirty="0" smtClean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2571750" indent="-280988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800" kern="1200" dirty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280800">
              <a:spcBef>
                <a:spcPts val="0"/>
              </a:spcBef>
            </a:pPr>
            <a:r>
              <a:rPr lang="en-US" dirty="0"/>
              <a:t>We generate simhash value for both context and content.</a:t>
            </a:r>
          </a:p>
          <a:p>
            <a:pPr marL="280800">
              <a:spcBef>
                <a:spcPts val="0"/>
              </a:spcBef>
            </a:pPr>
            <a:endParaRPr lang="en-US" dirty="0"/>
          </a:p>
          <a:p>
            <a:pPr marL="280800"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280800">
              <a:spcBef>
                <a:spcPts val="0"/>
              </a:spcBef>
            </a:pPr>
            <a:r>
              <a:rPr lang="en-US" dirty="0"/>
              <a:t>Determine hamming distance between two simhash values.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dirty="0"/>
            </a:br>
            <a:endParaRPr lang="en-US" dirty="0"/>
          </a:p>
          <a:p>
            <a:pPr marL="280800">
              <a:spcBef>
                <a:spcPts val="0"/>
              </a:spcBef>
            </a:pPr>
            <a:r>
              <a:rPr lang="en-US" dirty="0"/>
              <a:t>Determine combine similarity using hamming distance between all pairs of lines of left and right list.</a:t>
            </a:r>
          </a:p>
          <a:p>
            <a:pPr marL="280800">
              <a:spcBef>
                <a:spcPts val="0"/>
              </a:spcBef>
            </a:pPr>
            <a:endParaRPr lang="en-US" dirty="0"/>
          </a:p>
          <a:p>
            <a:pPr marL="280800">
              <a:spcBef>
                <a:spcPts val="0"/>
              </a:spcBef>
            </a:pPr>
            <a:r>
              <a:rPr lang="en-US" dirty="0"/>
              <a:t>For each line of left list, we take k lines from right list.</a:t>
            </a:r>
          </a:p>
          <a:p>
            <a:pPr marL="576075" lvl="1" algn="ctr">
              <a:spcBef>
                <a:spcPts val="0"/>
              </a:spcBef>
            </a:pPr>
            <a:r>
              <a:rPr lang="en-US" b="1" dirty="0">
                <a:solidFill>
                  <a:schemeClr val="bg1"/>
                </a:solidFill>
              </a:rPr>
              <a:t>We call this the candidate set.</a:t>
            </a:r>
          </a:p>
          <a:p>
            <a:pPr marL="280800">
              <a:spcBef>
                <a:spcPts val="0"/>
              </a:spcBef>
            </a:pPr>
            <a:endParaRPr lang="en-US" dirty="0"/>
          </a:p>
          <a:p>
            <a:pPr marL="280800">
              <a:spcBef>
                <a:spcPts val="0"/>
              </a:spcBef>
            </a:pPr>
            <a:r>
              <a:rPr lang="en-US" dirty="0"/>
              <a:t>k=15 is a good choice to work with.</a:t>
            </a:r>
          </a:p>
          <a:p>
            <a:pPr marL="280800">
              <a:spcBef>
                <a:spcPts val="0"/>
              </a:spcBef>
            </a:pPr>
            <a:endParaRPr lang="en-US" dirty="0"/>
          </a:p>
          <a:p>
            <a:pPr marL="280800">
              <a:spcBef>
                <a:spcPts val="0"/>
              </a:spcBef>
            </a:pPr>
            <a:endParaRPr lang="en-US" dirty="0"/>
          </a:p>
          <a:p>
            <a:pPr marL="280800">
              <a:spcBef>
                <a:spcPts val="0"/>
              </a:spcBef>
            </a:pP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877626"/>
              </p:ext>
            </p:extLst>
          </p:nvPr>
        </p:nvGraphicFramePr>
        <p:xfrm>
          <a:off x="1421267" y="2268402"/>
          <a:ext cx="6941684" cy="373322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2689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 A: if (num1&gt;num2)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10001001101101010000000000001011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997186"/>
              </p:ext>
            </p:extLst>
          </p:nvPr>
        </p:nvGraphicFramePr>
        <p:xfrm>
          <a:off x="1421267" y="2630264"/>
          <a:ext cx="6941684" cy="373322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2689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 B: if (first&gt;second)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11100000101001010110000011001011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380610"/>
              </p:ext>
            </p:extLst>
          </p:nvPr>
        </p:nvGraphicFramePr>
        <p:xfrm>
          <a:off x="2061965" y="3563115"/>
          <a:ext cx="5011533" cy="373322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5011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3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Hamming Distance Between Line A &amp; B: 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259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112" y="62753"/>
            <a:ext cx="8875888" cy="1283167"/>
          </a:xfrm>
        </p:spPr>
        <p:txBody>
          <a:bodyPr/>
          <a:lstStyle/>
          <a:p>
            <a:r>
              <a:rPr lang="en-US" b="1" dirty="0"/>
              <a:t>Step-4 Resolve Conflict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788710"/>
              </p:ext>
            </p:extLst>
          </p:nvPr>
        </p:nvGraphicFramePr>
        <p:xfrm>
          <a:off x="98858" y="1876874"/>
          <a:ext cx="3683689" cy="7406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Left List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764739"/>
              </p:ext>
            </p:extLst>
          </p:nvPr>
        </p:nvGraphicFramePr>
        <p:xfrm>
          <a:off x="4406139" y="1506537"/>
          <a:ext cx="4494819" cy="7406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Right List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nector 5"/>
          <p:cNvSpPr/>
          <p:nvPr/>
        </p:nvSpPr>
        <p:spPr>
          <a:xfrm>
            <a:off x="2925416" y="2812013"/>
            <a:ext cx="356859" cy="329553"/>
          </a:xfrm>
          <a:prstGeom prst="flowChartConnector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Connector 7"/>
          <p:cNvSpPr/>
          <p:nvPr/>
        </p:nvSpPr>
        <p:spPr>
          <a:xfrm>
            <a:off x="6094751" y="2441731"/>
            <a:ext cx="356859" cy="329553"/>
          </a:xfrm>
          <a:prstGeom prst="flowChartConnector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/>
          <p:cNvCxnSpPr>
            <a:stCxn id="6" idx="6"/>
            <a:endCxn id="8" idx="2"/>
          </p:cNvCxnSpPr>
          <p:nvPr/>
        </p:nvCxnSpPr>
        <p:spPr>
          <a:xfrm flipV="1">
            <a:off x="3282275" y="2606508"/>
            <a:ext cx="2812476" cy="370282"/>
          </a:xfrm>
          <a:prstGeom prst="line">
            <a:avLst/>
          </a:prstGeom>
          <a:ln w="38100" cmpd="sng">
            <a:solidFill>
              <a:schemeClr val="bg2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nector 18"/>
          <p:cNvSpPr/>
          <p:nvPr/>
        </p:nvSpPr>
        <p:spPr>
          <a:xfrm>
            <a:off x="6094751" y="3303241"/>
            <a:ext cx="356859" cy="329553"/>
          </a:xfrm>
          <a:prstGeom prst="flowChartConnector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392592"/>
              </p:ext>
            </p:extLst>
          </p:nvPr>
        </p:nvGraphicFramePr>
        <p:xfrm>
          <a:off x="4406139" y="3702676"/>
          <a:ext cx="4494819" cy="7406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Right List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//Change the 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4" name="Straight Connector 33"/>
          <p:cNvCxnSpPr>
            <a:stCxn id="6" idx="6"/>
            <a:endCxn id="19" idx="2"/>
          </p:cNvCxnSpPr>
          <p:nvPr/>
        </p:nvCxnSpPr>
        <p:spPr>
          <a:xfrm>
            <a:off x="3282275" y="2976790"/>
            <a:ext cx="2812476" cy="491228"/>
          </a:xfrm>
          <a:prstGeom prst="line">
            <a:avLst/>
          </a:prstGeom>
          <a:ln w="38100" cmpd="sng">
            <a:solidFill>
              <a:srgbClr val="333333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9568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8476"/>
              </p:ext>
            </p:extLst>
          </p:nvPr>
        </p:nvGraphicFramePr>
        <p:xfrm>
          <a:off x="98858" y="1876874"/>
          <a:ext cx="3683689" cy="7406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Left List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44870"/>
              </p:ext>
            </p:extLst>
          </p:nvPr>
        </p:nvGraphicFramePr>
        <p:xfrm>
          <a:off x="4406139" y="1506537"/>
          <a:ext cx="4494819" cy="7406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Right List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nector 5"/>
          <p:cNvSpPr/>
          <p:nvPr/>
        </p:nvSpPr>
        <p:spPr>
          <a:xfrm>
            <a:off x="2925416" y="2812013"/>
            <a:ext cx="356859" cy="329553"/>
          </a:xfrm>
          <a:prstGeom prst="flowChartConnector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Connector 7"/>
          <p:cNvSpPr/>
          <p:nvPr/>
        </p:nvSpPr>
        <p:spPr>
          <a:xfrm>
            <a:off x="6094751" y="2441731"/>
            <a:ext cx="356859" cy="329553"/>
          </a:xfrm>
          <a:prstGeom prst="flowChartConnector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/>
          <p:cNvCxnSpPr>
            <a:stCxn id="6" idx="6"/>
            <a:endCxn id="8" idx="2"/>
          </p:cNvCxnSpPr>
          <p:nvPr/>
        </p:nvCxnSpPr>
        <p:spPr>
          <a:xfrm flipV="1">
            <a:off x="3282275" y="2606508"/>
            <a:ext cx="2812476" cy="370282"/>
          </a:xfrm>
          <a:prstGeom prst="line">
            <a:avLst/>
          </a:prstGeom>
          <a:ln w="38100" cmpd="sng">
            <a:solidFill>
              <a:schemeClr val="bg2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nector 18"/>
          <p:cNvSpPr/>
          <p:nvPr/>
        </p:nvSpPr>
        <p:spPr>
          <a:xfrm>
            <a:off x="6094751" y="3303241"/>
            <a:ext cx="356859" cy="329553"/>
          </a:xfrm>
          <a:prstGeom prst="flowChartConnector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-27310" y="4405633"/>
            <a:ext cx="9381262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For each line and its mapping candidates, we again determine the combine similarity Score.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Use textual similarity, not the similarity of simhash values.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358792"/>
              </p:ext>
            </p:extLst>
          </p:nvPr>
        </p:nvGraphicFramePr>
        <p:xfrm>
          <a:off x="4406139" y="3702676"/>
          <a:ext cx="4494819" cy="7406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Right List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//Change the 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4" name="Straight Connector 33"/>
          <p:cNvCxnSpPr>
            <a:stCxn id="6" idx="6"/>
            <a:endCxn id="19" idx="2"/>
          </p:cNvCxnSpPr>
          <p:nvPr/>
        </p:nvCxnSpPr>
        <p:spPr>
          <a:xfrm>
            <a:off x="3282275" y="2976790"/>
            <a:ext cx="2812476" cy="491228"/>
          </a:xfrm>
          <a:prstGeom prst="line">
            <a:avLst/>
          </a:prstGeom>
          <a:ln w="38100" cmpd="sng">
            <a:solidFill>
              <a:srgbClr val="333333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10842" y="314385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</a:rPr>
              <a:t>0.43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3037" y="244268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</a:rPr>
              <a:t>0.71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268112" y="62753"/>
            <a:ext cx="8875888" cy="1283167"/>
          </a:xfrm>
        </p:spPr>
        <p:txBody>
          <a:bodyPr/>
          <a:lstStyle/>
          <a:p>
            <a:r>
              <a:rPr lang="en-US" b="1" dirty="0"/>
              <a:t>Step-4 Resolve Conflict</a:t>
            </a:r>
          </a:p>
        </p:txBody>
      </p:sp>
    </p:spTree>
    <p:extLst>
      <p:ext uri="{BB962C8B-B14F-4D97-AF65-F5344CB8AC3E}">
        <p14:creationId xmlns:p14="http://schemas.microsoft.com/office/powerpoint/2010/main" val="24223350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061993"/>
              </p:ext>
            </p:extLst>
          </p:nvPr>
        </p:nvGraphicFramePr>
        <p:xfrm>
          <a:off x="98858" y="1876874"/>
          <a:ext cx="3683689" cy="7406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68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Left List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LineReader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842342"/>
              </p:ext>
            </p:extLst>
          </p:nvPr>
        </p:nvGraphicFramePr>
        <p:xfrm>
          <a:off x="4406139" y="1506537"/>
          <a:ext cx="4494819" cy="7406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Right List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rgbClr val="333333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 r = new 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BufferedReader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(</a:t>
                      </a:r>
                      <a:r>
                        <a:rPr lang="en-US" sz="1400" b="1" i="0" baseline="0" dirty="0" err="1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fr</a:t>
                      </a:r>
                      <a:r>
                        <a:rPr lang="en-US" sz="1400" b="1" i="0" baseline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nector 5"/>
          <p:cNvSpPr/>
          <p:nvPr/>
        </p:nvSpPr>
        <p:spPr>
          <a:xfrm>
            <a:off x="2925416" y="2812013"/>
            <a:ext cx="356859" cy="329553"/>
          </a:xfrm>
          <a:prstGeom prst="flowChartConnector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Connector 7"/>
          <p:cNvSpPr/>
          <p:nvPr/>
        </p:nvSpPr>
        <p:spPr>
          <a:xfrm>
            <a:off x="6094751" y="2441731"/>
            <a:ext cx="356859" cy="329553"/>
          </a:xfrm>
          <a:prstGeom prst="flowChartConnector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/>
          <p:cNvCxnSpPr>
            <a:stCxn id="6" idx="6"/>
            <a:endCxn id="8" idx="2"/>
          </p:cNvCxnSpPr>
          <p:nvPr/>
        </p:nvCxnSpPr>
        <p:spPr>
          <a:xfrm flipV="1">
            <a:off x="3282275" y="2606508"/>
            <a:ext cx="2812476" cy="370282"/>
          </a:xfrm>
          <a:prstGeom prst="line">
            <a:avLst/>
          </a:prstGeom>
          <a:ln w="38100" cmpd="sng">
            <a:solidFill>
              <a:schemeClr val="bg2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nector 18"/>
          <p:cNvSpPr/>
          <p:nvPr/>
        </p:nvSpPr>
        <p:spPr>
          <a:xfrm>
            <a:off x="6094751" y="3303241"/>
            <a:ext cx="356859" cy="329553"/>
          </a:xfrm>
          <a:prstGeom prst="flowChartConnector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-27310" y="4405633"/>
            <a:ext cx="93812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For each line and its mapping candidates, we again determine the combine similarity Score.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Use textual similarity, not the similarity of simhash values.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Take the match with highest similarity and also exceeds threshold value</a:t>
            </a:r>
            <a:r>
              <a:rPr lang="en-US" dirty="0">
                <a:solidFill>
                  <a:schemeClr val="bg2"/>
                </a:solidFill>
              </a:rPr>
              <a:t>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899516"/>
              </p:ext>
            </p:extLst>
          </p:nvPr>
        </p:nvGraphicFramePr>
        <p:xfrm>
          <a:off x="4406139" y="3702676"/>
          <a:ext cx="4494819" cy="7406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337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mic Sans MS"/>
                          <a:cs typeface="Comic Sans MS"/>
                        </a:rPr>
                        <a:t>Right List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7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bg2"/>
                          </a:solidFill>
                          <a:latin typeface="Comic Sans MS"/>
                          <a:cs typeface="Comic Sans MS"/>
                        </a:rPr>
                        <a:t>      </a:t>
                      </a:r>
                      <a:r>
                        <a:rPr lang="en-US" sz="1400" b="1" i="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//Change the 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4" name="Straight Connector 33"/>
          <p:cNvCxnSpPr>
            <a:stCxn id="6" idx="6"/>
            <a:endCxn id="19" idx="2"/>
          </p:cNvCxnSpPr>
          <p:nvPr/>
        </p:nvCxnSpPr>
        <p:spPr>
          <a:xfrm>
            <a:off x="3282275" y="2976790"/>
            <a:ext cx="2812476" cy="491228"/>
          </a:xfrm>
          <a:prstGeom prst="line">
            <a:avLst/>
          </a:prstGeom>
          <a:ln w="38100" cmpd="sng">
            <a:solidFill>
              <a:srgbClr val="333333"/>
            </a:solidFill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10842" y="314385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</a:rPr>
              <a:t>0.43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3037" y="244268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</a:rPr>
              <a:t>0.71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51911" y="2373456"/>
            <a:ext cx="417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Zapf Dingbats"/>
                <a:ea typeface="Zapf Dingbats"/>
                <a:cs typeface="Zapf Dingbats"/>
              </a:rPr>
              <a:t>✓</a:t>
            </a:r>
            <a:endParaRPr lang="en-US" sz="2400" dirty="0">
              <a:solidFill>
                <a:srgbClr val="008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951911" y="3063670"/>
            <a:ext cx="4411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921F07"/>
                </a:solidFill>
                <a:latin typeface="Zapf Dingbats"/>
                <a:ea typeface="Zapf Dingbats"/>
                <a:cs typeface="Zapf Dingbats"/>
              </a:rPr>
              <a:t>✕</a:t>
            </a:r>
            <a:endParaRPr lang="en-US" sz="2400" b="1" dirty="0">
              <a:solidFill>
                <a:srgbClr val="921F07"/>
              </a:solidFill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268112" y="62753"/>
            <a:ext cx="8875888" cy="12831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Step-4 Resolve Conflict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05298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0" y="62753"/>
            <a:ext cx="8918222" cy="1283167"/>
          </a:xfrm>
        </p:spPr>
        <p:txBody>
          <a:bodyPr/>
          <a:lstStyle/>
          <a:p>
            <a:r>
              <a:rPr lang="en-US" b="1" dirty="0"/>
              <a:t>Step-5 DeTect LINE SPLIT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082432"/>
              </p:ext>
            </p:extLst>
          </p:nvPr>
        </p:nvGraphicFramePr>
        <p:xfrm>
          <a:off x="232142" y="1636236"/>
          <a:ext cx="4270880" cy="2809866"/>
        </p:xfrm>
        <a:graphic>
          <a:graphicData uri="http://schemas.openxmlformats.org/drawingml/2006/table">
            <a:tbl>
              <a:tblPr firstRow="1" firstCol="1" bandRow="1">
                <a:tableStyleId>{EB344D84-9AFB-497E-A393-DC336BA19D2E}</a:tableStyleId>
              </a:tblPr>
              <a:tblGrid>
                <a:gridCol w="56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0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357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 File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357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8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40.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protected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Size2D </a:t>
                      </a:r>
                      <a:r>
                        <a:rPr lang="en-US" baseline="0" dirty="0" err="1">
                          <a:solidFill>
                            <a:srgbClr val="333333"/>
                          </a:solidFill>
                        </a:rPr>
                        <a:t>arrangeRR</a:t>
                      </a:r>
                      <a:endParaRPr lang="en-US" baseline="0" dirty="0">
                        <a:solidFill>
                          <a:srgbClr val="333333"/>
                        </a:solidFill>
                      </a:endParaRPr>
                    </a:p>
                    <a:p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(Range withRange, Range</a:t>
                      </a:r>
                    </a:p>
                    <a:p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highRange, Graphics2D g2){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35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41.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Double w[]=new double[5];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35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42.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double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h[]= new double[5];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42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.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. .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160162"/>
              </p:ext>
            </p:extLst>
          </p:nvPr>
        </p:nvGraphicFramePr>
        <p:xfrm>
          <a:off x="5061606" y="1499690"/>
          <a:ext cx="3683698" cy="3375482"/>
        </p:xfrm>
        <a:graphic>
          <a:graphicData uri="http://schemas.openxmlformats.org/drawingml/2006/table">
            <a:tbl>
              <a:tblPr firstRow="1" firstCol="1" bandRow="1">
                <a:tableStyleId>{EB344D84-9AFB-497E-A393-DC336BA19D2E}</a:tableStyleId>
              </a:tblPr>
              <a:tblGrid>
                <a:gridCol w="619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002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File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20.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protected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Size2D </a:t>
                      </a:r>
                      <a:r>
                        <a:rPr lang="en-US" baseline="0" dirty="0" err="1">
                          <a:solidFill>
                            <a:srgbClr val="333333"/>
                          </a:solidFill>
                        </a:rPr>
                        <a:t>arrangeRR</a:t>
                      </a:r>
                      <a:endParaRPr lang="en-US" baseline="0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6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21.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(Range withRange, Range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22.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highRange, Graphics2D g2){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23.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Double w[]=new double[5];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24.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double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h[]= new double[5];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triped Right Arrow 5"/>
          <p:cNvSpPr/>
          <p:nvPr/>
        </p:nvSpPr>
        <p:spPr>
          <a:xfrm>
            <a:off x="4503022" y="2467786"/>
            <a:ext cx="558584" cy="822960"/>
          </a:xfrm>
          <a:prstGeom prst="stripedRightArrow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Alternate Process 6"/>
          <p:cNvSpPr/>
          <p:nvPr/>
        </p:nvSpPr>
        <p:spPr>
          <a:xfrm>
            <a:off x="5061606" y="2346737"/>
            <a:ext cx="3683698" cy="1230753"/>
          </a:xfrm>
          <a:prstGeom prst="flowChartAlternateProcess">
            <a:avLst/>
          </a:prstGeom>
          <a:noFill/>
          <a:ln w="38100" cmpd="sng">
            <a:solidFill>
              <a:srgbClr val="0000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Alternate Process 8"/>
          <p:cNvSpPr/>
          <p:nvPr/>
        </p:nvSpPr>
        <p:spPr>
          <a:xfrm>
            <a:off x="232142" y="2346738"/>
            <a:ext cx="4270880" cy="944008"/>
          </a:xfrm>
          <a:prstGeom prst="flowChartAlternateProcess">
            <a:avLst/>
          </a:prstGeom>
          <a:noFill/>
          <a:ln w="38100" cmpd="sng">
            <a:solidFill>
              <a:srgbClr val="0000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977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77606"/>
              </p:ext>
            </p:extLst>
          </p:nvPr>
        </p:nvGraphicFramePr>
        <p:xfrm>
          <a:off x="232142" y="1636236"/>
          <a:ext cx="4270880" cy="2809866"/>
        </p:xfrm>
        <a:graphic>
          <a:graphicData uri="http://schemas.openxmlformats.org/drawingml/2006/table">
            <a:tbl>
              <a:tblPr firstRow="1" firstCol="1" bandRow="1">
                <a:tableStyleId>{EB344D84-9AFB-497E-A393-DC336BA19D2E}</a:tableStyleId>
              </a:tblPr>
              <a:tblGrid>
                <a:gridCol w="56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0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357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 File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357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89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40.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protected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Size2D </a:t>
                      </a:r>
                      <a:r>
                        <a:rPr lang="en-US" baseline="0" dirty="0" err="1">
                          <a:solidFill>
                            <a:srgbClr val="333333"/>
                          </a:solidFill>
                        </a:rPr>
                        <a:t>arrangeRR</a:t>
                      </a:r>
                      <a:endParaRPr lang="en-US" baseline="0" dirty="0">
                        <a:solidFill>
                          <a:srgbClr val="333333"/>
                        </a:solidFill>
                      </a:endParaRPr>
                    </a:p>
                    <a:p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(Range withRange, Range</a:t>
                      </a:r>
                    </a:p>
                    <a:p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highRange, Graphics2D g2){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35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41.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Double w[]=new double[5];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35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42.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double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h[]= new double[5];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42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.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. .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204760"/>
              </p:ext>
            </p:extLst>
          </p:nvPr>
        </p:nvGraphicFramePr>
        <p:xfrm>
          <a:off x="5061606" y="1499690"/>
          <a:ext cx="3683698" cy="3375482"/>
        </p:xfrm>
        <a:graphic>
          <a:graphicData uri="http://schemas.openxmlformats.org/drawingml/2006/table">
            <a:tbl>
              <a:tblPr firstRow="1" firstCol="1" bandRow="1">
                <a:tableStyleId>{EB344D84-9AFB-497E-A393-DC336BA19D2E}</a:tableStyleId>
              </a:tblPr>
              <a:tblGrid>
                <a:gridCol w="619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002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File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20.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protected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Size2D </a:t>
                      </a:r>
                      <a:r>
                        <a:rPr lang="en-US" baseline="0" dirty="0" err="1">
                          <a:solidFill>
                            <a:srgbClr val="333333"/>
                          </a:solidFill>
                        </a:rPr>
                        <a:t>arrangeRR</a:t>
                      </a:r>
                      <a:endParaRPr lang="en-US" baseline="0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6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21.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(Range withRange, Range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22.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highRange, Graphics2D g2){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23.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Double w[]=new double[5];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24.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double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h[]= new double[5];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. . 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triped Right Arrow 5"/>
          <p:cNvSpPr/>
          <p:nvPr/>
        </p:nvSpPr>
        <p:spPr>
          <a:xfrm>
            <a:off x="4503022" y="2467786"/>
            <a:ext cx="558584" cy="822960"/>
          </a:xfrm>
          <a:prstGeom prst="stripedRightArrow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Alternate Process 6"/>
          <p:cNvSpPr/>
          <p:nvPr/>
        </p:nvSpPr>
        <p:spPr>
          <a:xfrm>
            <a:off x="5061606" y="2346737"/>
            <a:ext cx="3683698" cy="1230753"/>
          </a:xfrm>
          <a:prstGeom prst="flowChartAlternateProcess">
            <a:avLst/>
          </a:prstGeom>
          <a:noFill/>
          <a:ln w="38100" cmpd="sng">
            <a:solidFill>
              <a:srgbClr val="0000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Alternate Process 8"/>
          <p:cNvSpPr/>
          <p:nvPr/>
        </p:nvSpPr>
        <p:spPr>
          <a:xfrm>
            <a:off x="232142" y="2346738"/>
            <a:ext cx="4270880" cy="944008"/>
          </a:xfrm>
          <a:prstGeom prst="flowChartAlternateProcess">
            <a:avLst/>
          </a:prstGeom>
          <a:noFill/>
          <a:ln w="38100" cmpd="sng">
            <a:solidFill>
              <a:srgbClr val="0000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22899" y="4583145"/>
            <a:ext cx="8780425" cy="4297363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000" dirty="0"/>
              <a:t>LD(R</a:t>
            </a:r>
            <a:r>
              <a:rPr lang="en-US" sz="2000" baseline="-25000" dirty="0"/>
              <a:t>20+21</a:t>
            </a:r>
            <a:r>
              <a:rPr lang="en-US" sz="2000" dirty="0"/>
              <a:t>,L</a:t>
            </a:r>
            <a:r>
              <a:rPr lang="en-US" sz="2000" baseline="-25000" dirty="0"/>
              <a:t>40</a:t>
            </a:r>
            <a:r>
              <a:rPr lang="en-US" sz="2000" dirty="0"/>
              <a:t>)&lt;LD(R</a:t>
            </a:r>
            <a:r>
              <a:rPr lang="en-US" sz="2000" baseline="-25000" dirty="0"/>
              <a:t>20</a:t>
            </a:r>
            <a:r>
              <a:rPr lang="en-US" sz="2000" dirty="0"/>
              <a:t>,L</a:t>
            </a:r>
            <a:r>
              <a:rPr lang="en-US" sz="2000" baseline="-25000" dirty="0"/>
              <a:t>40</a:t>
            </a:r>
            <a:r>
              <a:rPr lang="en-US" sz="2000" dirty="0"/>
              <a:t>)</a:t>
            </a:r>
          </a:p>
          <a:p>
            <a:pPr>
              <a:spcBef>
                <a:spcPts val="1800"/>
              </a:spcBef>
            </a:pPr>
            <a:r>
              <a:rPr lang="en-US" sz="2000" dirty="0"/>
              <a:t>LD(</a:t>
            </a:r>
            <a:r>
              <a:rPr lang="en-US" sz="2000" baseline="-25000" dirty="0"/>
              <a:t>R20+21+22</a:t>
            </a:r>
            <a:r>
              <a:rPr lang="en-US" sz="2000" dirty="0"/>
              <a:t>,L40)&lt;LD(R</a:t>
            </a:r>
            <a:r>
              <a:rPr lang="en-US" sz="2000" baseline="-25000" dirty="0"/>
              <a:t>20+21</a:t>
            </a:r>
            <a:r>
              <a:rPr lang="en-US" sz="2000" dirty="0"/>
              <a:t>,L</a:t>
            </a:r>
            <a:r>
              <a:rPr lang="en-US" sz="2000" baseline="-25000" dirty="0"/>
              <a:t>40</a:t>
            </a:r>
            <a:r>
              <a:rPr lang="en-US" sz="2000" dirty="0"/>
              <a:t>) </a:t>
            </a:r>
          </a:p>
          <a:p>
            <a:pPr>
              <a:spcBef>
                <a:spcPts val="1800"/>
              </a:spcBef>
            </a:pPr>
            <a:r>
              <a:rPr lang="en-US" sz="2000" dirty="0"/>
              <a:t>LD(</a:t>
            </a:r>
            <a:r>
              <a:rPr lang="en-US" sz="2000" baseline="-25000" dirty="0"/>
              <a:t>R20+21+22+23</a:t>
            </a:r>
            <a:r>
              <a:rPr lang="en-US" sz="2000" dirty="0"/>
              <a:t>,L40)&gt;LD(R</a:t>
            </a:r>
            <a:r>
              <a:rPr lang="en-US" sz="2000" baseline="-25000" dirty="0"/>
              <a:t>20+21+22</a:t>
            </a:r>
            <a:r>
              <a:rPr lang="en-US" sz="2000" dirty="0"/>
              <a:t>,L</a:t>
            </a:r>
            <a:r>
              <a:rPr lang="en-US" sz="2000" baseline="-25000" dirty="0"/>
              <a:t>40</a:t>
            </a:r>
            <a:r>
              <a:rPr lang="en-US" sz="2000" dirty="0"/>
              <a:t>)  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en-US" sz="2000" dirty="0"/>
              <a:t> </a:t>
            </a:r>
            <a:r>
              <a:rPr lang="en-US" sz="2000" b="1" dirty="0">
                <a:solidFill>
                  <a:srgbClr val="800000"/>
                </a:solidFill>
              </a:rPr>
              <a:t>Final Mapping: L</a:t>
            </a:r>
            <a:r>
              <a:rPr lang="en-US" sz="2000" b="1" baseline="-25000" dirty="0">
                <a:solidFill>
                  <a:srgbClr val="800000"/>
                </a:solidFill>
              </a:rPr>
              <a:t>40 </a:t>
            </a:r>
            <a:r>
              <a:rPr lang="en-US" sz="2000" b="1" dirty="0">
                <a:solidFill>
                  <a:srgbClr val="800000"/>
                </a:solidFill>
              </a:rPr>
              <a:t>-&gt;{R</a:t>
            </a:r>
            <a:r>
              <a:rPr lang="en-US" sz="2000" b="1" baseline="-25000" dirty="0">
                <a:solidFill>
                  <a:srgbClr val="800000"/>
                </a:solidFill>
              </a:rPr>
              <a:t>20</a:t>
            </a:r>
            <a:r>
              <a:rPr lang="en-US" sz="2000" b="1" dirty="0">
                <a:solidFill>
                  <a:srgbClr val="800000"/>
                </a:solidFill>
              </a:rPr>
              <a:t>,R</a:t>
            </a:r>
            <a:r>
              <a:rPr lang="en-US" sz="2000" b="1" baseline="-25000" dirty="0">
                <a:solidFill>
                  <a:srgbClr val="800000"/>
                </a:solidFill>
              </a:rPr>
              <a:t>21</a:t>
            </a:r>
            <a:r>
              <a:rPr lang="en-US" sz="2000" b="1" dirty="0">
                <a:solidFill>
                  <a:srgbClr val="800000"/>
                </a:solidFill>
              </a:rPr>
              <a:t>,R</a:t>
            </a:r>
            <a:r>
              <a:rPr lang="en-US" sz="2000" b="1" baseline="-25000" dirty="0">
                <a:solidFill>
                  <a:srgbClr val="800000"/>
                </a:solidFill>
              </a:rPr>
              <a:t>22</a:t>
            </a:r>
            <a:r>
              <a:rPr lang="en-US" sz="2000" b="1" dirty="0">
                <a:solidFill>
                  <a:srgbClr val="800000"/>
                </a:solidFill>
              </a:rPr>
              <a:t>} ;   </a:t>
            </a:r>
            <a:r>
              <a:rPr lang="en-US" sz="2000" dirty="0">
                <a:solidFill>
                  <a:srgbClr val="800000"/>
                </a:solidFill>
              </a:rPr>
              <a:t>LD=Normalized Levenshtein Distance</a:t>
            </a:r>
            <a:endParaRPr lang="en-US" dirty="0">
              <a:solidFill>
                <a:srgbClr val="800000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1638648" y="5046655"/>
            <a:ext cx="996845" cy="169385"/>
          </a:xfrm>
          <a:prstGeom prst="line">
            <a:avLst/>
          </a:prstGeom>
          <a:ln w="38100" cmpd="sng"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036845" y="5570493"/>
            <a:ext cx="996845" cy="169385"/>
          </a:xfrm>
          <a:prstGeom prst="line">
            <a:avLst/>
          </a:prstGeom>
          <a:ln w="38100" cmpd="sng">
            <a:headEnd type="oval"/>
            <a:tailEnd type="triangle" w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86493" y="5195228"/>
            <a:ext cx="40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Similarity increases, so add another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219" y="5739878"/>
            <a:ext cx="2917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Similarity decreases, so stop</a:t>
            </a:r>
          </a:p>
        </p:txBody>
      </p:sp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127000" y="62753"/>
            <a:ext cx="8918222" cy="1283167"/>
          </a:xfrm>
        </p:spPr>
        <p:txBody>
          <a:bodyPr/>
          <a:lstStyle/>
          <a:p>
            <a:r>
              <a:rPr lang="en-US" b="1" dirty="0"/>
              <a:t>Step-5 DeTect LINE SPLIT</a:t>
            </a:r>
          </a:p>
        </p:txBody>
      </p:sp>
    </p:spTree>
    <p:extLst>
      <p:ext uri="{BB962C8B-B14F-4D97-AF65-F5344CB8AC3E}">
        <p14:creationId xmlns:p14="http://schemas.microsoft.com/office/powerpoint/2010/main" val="18917241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evaluate LHDiff using two different ways.</a:t>
            </a:r>
          </a:p>
          <a:p>
            <a:r>
              <a:rPr lang="en-US" b="1" dirty="0"/>
              <a:t>Using benchmarks </a:t>
            </a:r>
          </a:p>
          <a:p>
            <a:pPr lvl="1"/>
            <a:r>
              <a:rPr lang="en-US" dirty="0"/>
              <a:t>where files are collected from real world applications and changes are made by real developers.</a:t>
            </a:r>
          </a:p>
          <a:p>
            <a:r>
              <a:rPr lang="en-US" b="1" dirty="0"/>
              <a:t>Using mutation-based testing</a:t>
            </a:r>
          </a:p>
          <a:p>
            <a:pPr lvl="1"/>
            <a:r>
              <a:rPr lang="en-US" dirty="0"/>
              <a:t>Where files are collected from real world applications but changes made according to a taxonomy </a:t>
            </a:r>
          </a:p>
          <a:p>
            <a:pPr marL="0" indent="-1270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62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Evaluating against benchmarks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3294627"/>
              </p:ext>
            </p:extLst>
          </p:nvPr>
        </p:nvGraphicFramePr>
        <p:xfrm>
          <a:off x="190898" y="1533467"/>
          <a:ext cx="8953101" cy="2927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03040" y="4383541"/>
            <a:ext cx="5521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800000"/>
                </a:solidFill>
              </a:rPr>
              <a:t>Incorrect mapping can be of three forms:</a:t>
            </a:r>
          </a:p>
          <a:p>
            <a:pPr marL="800100" lvl="1" indent="-342900" algn="ctr">
              <a:buFont typeface="Arial"/>
              <a:buChar char="•"/>
            </a:pPr>
            <a:r>
              <a:rPr lang="en-US" sz="2400" dirty="0">
                <a:solidFill>
                  <a:srgbClr val="800000"/>
                </a:solidFill>
              </a:rPr>
              <a:t>Change</a:t>
            </a:r>
          </a:p>
          <a:p>
            <a:pPr marL="800100" lvl="1" indent="-342900" algn="ctr">
              <a:buFont typeface="Arial"/>
              <a:buChar char="•"/>
            </a:pPr>
            <a:r>
              <a:rPr lang="en-US" sz="2400" dirty="0">
                <a:solidFill>
                  <a:srgbClr val="800000"/>
                </a:solidFill>
              </a:rPr>
              <a:t>Spurious </a:t>
            </a:r>
          </a:p>
          <a:p>
            <a:pPr marL="800100" lvl="1" indent="-342900" algn="ctr">
              <a:buFont typeface="Arial"/>
              <a:buChar char="•"/>
            </a:pPr>
            <a:r>
              <a:rPr lang="en-US" sz="2400" dirty="0">
                <a:solidFill>
                  <a:srgbClr val="800000"/>
                </a:solidFill>
              </a:rPr>
              <a:t>Eliminate</a:t>
            </a:r>
          </a:p>
        </p:txBody>
      </p:sp>
    </p:spTree>
    <p:extLst>
      <p:ext uri="{BB962C8B-B14F-4D97-AF65-F5344CB8AC3E}">
        <p14:creationId xmlns:p14="http://schemas.microsoft.com/office/powerpoint/2010/main" val="25464573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(%Correct)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350714"/>
              </p:ext>
            </p:extLst>
          </p:nvPr>
        </p:nvGraphicFramePr>
        <p:xfrm>
          <a:off x="221880" y="1828800"/>
          <a:ext cx="8389705" cy="343568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146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3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7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754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Reiss</a:t>
                      </a:r>
                    </a:p>
                    <a:p>
                      <a:pPr algn="ctr"/>
                      <a:r>
                        <a:rPr lang="en-US" sz="2200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Eclipse</a:t>
                      </a:r>
                    </a:p>
                    <a:p>
                      <a:pPr algn="ctr"/>
                      <a:r>
                        <a:rPr lang="en-US" sz="2200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NetBeans </a:t>
                      </a:r>
                    </a:p>
                    <a:p>
                      <a:pPr algn="ctr"/>
                      <a:r>
                        <a:rPr lang="en-US" sz="2200" dirty="0"/>
                        <a:t>Benchmark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689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W_BESTI_LINE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96.7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689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LHDiff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70707"/>
                          </a:solidFill>
                        </a:rPr>
                        <a:t>97.0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70707"/>
                          </a:solidFill>
                        </a:rPr>
                        <a:t>82.8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70707"/>
                          </a:solidFill>
                        </a:rPr>
                        <a:t>85.5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689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689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ldiff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72.4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689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74.1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689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53.7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2223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2753"/>
            <a:ext cx="9143999" cy="1283167"/>
          </a:xfrm>
        </p:spPr>
        <p:txBody>
          <a:bodyPr/>
          <a:lstStyle/>
          <a:p>
            <a:r>
              <a:rPr lang="en-US" b="1" dirty="0"/>
              <a:t>Can Tokenization Improve performance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Tokenization is the process of converting a sequence of characters of a source file into a set of token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846342"/>
              </p:ext>
            </p:extLst>
          </p:nvPr>
        </p:nvGraphicFramePr>
        <p:xfrm>
          <a:off x="327730" y="2947075"/>
          <a:ext cx="4270880" cy="2400126"/>
        </p:xfrm>
        <a:graphic>
          <a:graphicData uri="http://schemas.openxmlformats.org/drawingml/2006/table">
            <a:tbl>
              <a:tblPr firstRow="1" firstCol="1" bandRow="1">
                <a:tableStyleId>{EB344D84-9AFB-497E-A393-DC336BA19D2E}</a:tableStyleId>
              </a:tblPr>
              <a:tblGrid>
                <a:gridCol w="56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0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322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Before</a:t>
                      </a:r>
                      <a:r>
                        <a:rPr lang="en-US" baseline="0" dirty="0"/>
                        <a:t> Tokenization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sum =0;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int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number =0 ;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List&lt;Integer&gt; list = 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</a:p>
                    <a:p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       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new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LinkedList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&lt;Integer&gt;();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4.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System.out.println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("Hello");</a:t>
                      </a:r>
                    </a:p>
                    <a:p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991545"/>
              </p:ext>
            </p:extLst>
          </p:nvPr>
        </p:nvGraphicFramePr>
        <p:xfrm>
          <a:off x="5061606" y="2947075"/>
          <a:ext cx="3683698" cy="2400124"/>
        </p:xfrm>
        <a:graphic>
          <a:graphicData uri="http://schemas.openxmlformats.org/drawingml/2006/table">
            <a:tbl>
              <a:tblPr firstRow="1" firstCol="1" bandRow="1">
                <a:tableStyleId>{EB344D84-9AFB-497E-A393-DC336BA19D2E}</a:tableStyleId>
              </a:tblPr>
              <a:tblGrid>
                <a:gridCol w="478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5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002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After Tokenization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num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sum </a:t>
                      </a:r>
                      <a:r>
                        <a:rPr lang="en-US" baseline="0" dirty="0" err="1">
                          <a:solidFill>
                            <a:srgbClr val="333333"/>
                          </a:solidFill>
                        </a:rPr>
                        <a:t>val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op colon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2.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num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number op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val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colon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11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3.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List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list op 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new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LinkedList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colon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4.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</a:rPr>
                        <a:t>out.println</a:t>
                      </a:r>
                      <a:r>
                        <a:rPr lang="en-US" baseline="0" dirty="0">
                          <a:solidFill>
                            <a:srgbClr val="333333"/>
                          </a:solidFill>
                        </a:rPr>
                        <a:t> string colon</a:t>
                      </a:r>
                      <a:endParaRPr lang="en-US" dirty="0">
                        <a:solidFill>
                          <a:srgbClr val="333333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4710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2753"/>
            <a:ext cx="9143999" cy="1283167"/>
          </a:xfrm>
        </p:spPr>
        <p:txBody>
          <a:bodyPr/>
          <a:lstStyle/>
          <a:p>
            <a:r>
              <a:rPr lang="en-US" b="1" dirty="0"/>
              <a:t>Can Tokenization Improve performance 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1891079"/>
              </p:ext>
            </p:extLst>
          </p:nvPr>
        </p:nvGraphicFramePr>
        <p:xfrm>
          <a:off x="495633" y="1719341"/>
          <a:ext cx="8130624" cy="4811779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719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7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89726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  <a:p>
                      <a:pPr algn="ctr"/>
                      <a:endParaRPr lang="en-US" sz="2400" b="1" dirty="0"/>
                    </a:p>
                    <a:p>
                      <a:pPr algn="ctr"/>
                      <a:r>
                        <a:rPr lang="en-US" sz="2400" b="1" dirty="0"/>
                        <a:t>LHDiff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Correct%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Change%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Spurious%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Eliminate%</a:t>
                      </a:r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218">
                <a:tc rowSpan="2"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Reiss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</a:t>
                      </a:r>
                      <a:r>
                        <a:rPr lang="en-US" baseline="0" dirty="0"/>
                        <a:t>-tokenize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23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Tokenize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728">
                <a:tc rowSpan="2"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Eclipse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Non-tokenize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23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Tokenize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218">
                <a:tc rowSpan="2"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NetBeans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Non-tokenize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72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2724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62753"/>
            <a:ext cx="8364537" cy="1283167"/>
          </a:xfrm>
        </p:spPr>
        <p:txBody>
          <a:bodyPr/>
          <a:lstStyle/>
          <a:p>
            <a:r>
              <a:rPr lang="en-US" b="1" dirty="0"/>
              <a:t>Mutation-based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source files from NetBeans and iText system.</a:t>
            </a:r>
          </a:p>
          <a:p>
            <a:r>
              <a:rPr lang="en-US" dirty="0"/>
              <a:t>Mutate source files considering an editing taxonomy of source code.</a:t>
            </a:r>
          </a:p>
          <a:p>
            <a:r>
              <a:rPr lang="en-US" dirty="0"/>
              <a:t>We record the location of target lines in the original and mutated file.</a:t>
            </a:r>
          </a:p>
        </p:txBody>
      </p:sp>
    </p:spTree>
    <p:extLst>
      <p:ext uri="{BB962C8B-B14F-4D97-AF65-F5344CB8AC3E}">
        <p14:creationId xmlns:p14="http://schemas.microsoft.com/office/powerpoint/2010/main" val="35747307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62753"/>
            <a:ext cx="8364537" cy="1283167"/>
          </a:xfrm>
        </p:spPr>
        <p:txBody>
          <a:bodyPr/>
          <a:lstStyle/>
          <a:p>
            <a:r>
              <a:rPr lang="en-US" b="1" dirty="0"/>
              <a:t>Editing Taxonomy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296520"/>
              </p:ext>
            </p:extLst>
          </p:nvPr>
        </p:nvGraphicFramePr>
        <p:xfrm>
          <a:off x="61957" y="1501537"/>
          <a:ext cx="9029769" cy="5220935"/>
        </p:xfrm>
        <a:graphic>
          <a:graphicData uri="http://schemas.openxmlformats.org/drawingml/2006/table">
            <a:tbl>
              <a:tblPr firstRow="1" firstCol="1" bandRow="1" bandCol="1">
                <a:tableStyleId>{F5AB1C69-6EDB-4FF4-983F-18BD219EF322}</a:tableStyleId>
              </a:tblPr>
              <a:tblGrid>
                <a:gridCol w="2090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9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9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380">
                <a:tc>
                  <a:txBody>
                    <a:bodyPr/>
                    <a:lstStyle/>
                    <a:p>
                      <a:r>
                        <a:rPr lang="en-US" sz="1400" dirty="0"/>
                        <a:t>Line Split/Merge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else if (x ==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else</a:t>
                      </a:r>
                      <a:endParaRPr lang="da-DK" sz="1400" dirty="0"/>
                    </a:p>
                    <a:p>
                      <a:r>
                        <a:rPr lang="da-DK" sz="1400" dirty="0"/>
                        <a:t>     </a:t>
                      </a:r>
                      <a:r>
                        <a:rPr lang="da-DK" sz="1400" dirty="0" err="1"/>
                        <a:t>if</a:t>
                      </a:r>
                      <a:r>
                        <a:rPr lang="da-DK" sz="1400" dirty="0"/>
                        <a:t> (x == 0)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1965">
                <a:tc>
                  <a:txBody>
                    <a:bodyPr/>
                    <a:lstStyle/>
                    <a:p>
                      <a:r>
                        <a:rPr lang="en-US" sz="1400" dirty="0"/>
                        <a:t>Function Split/Merge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int</a:t>
                      </a:r>
                      <a:r>
                        <a:rPr lang="en-US" sz="1400" dirty="0"/>
                        <a:t> sum( File file){</a:t>
                      </a:r>
                    </a:p>
                    <a:p>
                      <a:r>
                        <a:rPr lang="en-US" sz="1400" dirty="0"/>
                        <a:t>//Read numbers</a:t>
                      </a:r>
                      <a:r>
                        <a:rPr lang="en-US" sz="1400" baseline="0" dirty="0"/>
                        <a:t> and store in a list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…</a:t>
                      </a:r>
                    </a:p>
                    <a:p>
                      <a:r>
                        <a:rPr lang="en-US" sz="1400" dirty="0"/>
                        <a:t>//Calculate sum of numbers</a:t>
                      </a:r>
                    </a:p>
                    <a:p>
                      <a:r>
                        <a:rPr lang="en-US" sz="1400" dirty="0"/>
                        <a:t>…</a:t>
                      </a:r>
                    </a:p>
                    <a:p>
                      <a:r>
                        <a:rPr lang="en-US" sz="1400" dirty="0"/>
                        <a:t>return sum;</a:t>
                      </a:r>
                    </a:p>
                    <a:p>
                      <a:r>
                        <a:rPr lang="en-US" sz="1400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ArrayList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readFile</a:t>
                      </a:r>
                      <a:r>
                        <a:rPr lang="en-US" sz="1400" dirty="0"/>
                        <a:t>( File f){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//Read numbers and</a:t>
                      </a:r>
                      <a:r>
                        <a:rPr lang="en-US" sz="1400" baseline="0" dirty="0"/>
                        <a:t> store in a list</a:t>
                      </a:r>
                      <a:endParaRPr lang="en-US" sz="14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…</a:t>
                      </a:r>
                    </a:p>
                    <a:p>
                      <a:r>
                        <a:rPr lang="en-US" sz="1400" dirty="0"/>
                        <a:t>return list;}</a:t>
                      </a:r>
                    </a:p>
                    <a:p>
                      <a:r>
                        <a:rPr lang="en-US" sz="1400" dirty="0"/>
                        <a:t>Public sum(File file){</a:t>
                      </a:r>
                    </a:p>
                    <a:p>
                      <a:r>
                        <a:rPr lang="en-US" sz="1400" dirty="0"/>
                        <a:t>        </a:t>
                      </a:r>
                      <a:r>
                        <a:rPr lang="en-US" sz="1400" dirty="0" err="1"/>
                        <a:t>ArrayList</a:t>
                      </a:r>
                      <a:r>
                        <a:rPr lang="en-US" sz="1400" dirty="0"/>
                        <a:t> list = </a:t>
                      </a:r>
                      <a:r>
                        <a:rPr lang="en-US" sz="1400" dirty="0" err="1"/>
                        <a:t>readFile</a:t>
                      </a:r>
                      <a:r>
                        <a:rPr lang="en-US" sz="1400" dirty="0"/>
                        <a:t>(file);</a:t>
                      </a:r>
                    </a:p>
                    <a:p>
                      <a:r>
                        <a:rPr lang="en-US" sz="1400" dirty="0"/>
                        <a:t>        //Calculate sum of numbers</a:t>
                      </a:r>
                    </a:p>
                    <a:p>
                      <a:r>
                        <a:rPr lang="en-US" sz="1400" dirty="0"/>
                        <a:t>        …</a:t>
                      </a:r>
                    </a:p>
                    <a:p>
                      <a:r>
                        <a:rPr lang="en-US" sz="1400" dirty="0"/>
                        <a:t>        return sum;}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477">
                <a:tc>
                  <a:txBody>
                    <a:bodyPr/>
                    <a:lstStyle/>
                    <a:p>
                      <a:r>
                        <a:rPr lang="en-US" sz="1400" dirty="0"/>
                        <a:t>Wrapping/unwrapping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while(</a:t>
                      </a:r>
                      <a:r>
                        <a:rPr lang="en-US" sz="1400" dirty="0" err="1"/>
                        <a:t>br.readLine</a:t>
                      </a:r>
                      <a:r>
                        <a:rPr lang="en-US" sz="1400" dirty="0"/>
                        <a:t>())! = null)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try{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      while(</a:t>
                      </a:r>
                      <a:r>
                        <a:rPr lang="en-US" sz="1400" dirty="0" err="1"/>
                        <a:t>br.readLine</a:t>
                      </a:r>
                      <a:r>
                        <a:rPr lang="en-US" sz="1400" dirty="0"/>
                        <a:t>())! = null)</a:t>
                      </a:r>
                    </a:p>
                    <a:p>
                      <a:r>
                        <a:rPr lang="en-US" sz="1400" dirty="0"/>
                        <a:t>}catch(Exception e){…}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417">
                <a:tc>
                  <a:txBody>
                    <a:bodyPr/>
                    <a:lstStyle/>
                    <a:p>
                      <a:r>
                        <a:rPr lang="en-US" sz="1400" dirty="0"/>
                        <a:t>Change in data </a:t>
                      </a:r>
                      <a:r>
                        <a:rPr lang="en-US" sz="1400" dirty="0" err="1"/>
                        <a:t>structue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ArrayList</a:t>
                      </a:r>
                      <a:r>
                        <a:rPr lang="en-US" sz="1400" dirty="0"/>
                        <a:t> list = new </a:t>
                      </a:r>
                      <a:r>
                        <a:rPr lang="en-US" sz="1400" dirty="0" err="1"/>
                        <a:t>ArrayList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LinkeList</a:t>
                      </a:r>
                      <a:r>
                        <a:rPr lang="en-US" sz="1400" dirty="0"/>
                        <a:t> list = new </a:t>
                      </a:r>
                      <a:r>
                        <a:rPr lang="en-US" sz="1400" dirty="0" err="1"/>
                        <a:t>ArrayList</a:t>
                      </a:r>
                      <a:r>
                        <a:rPr lang="en-US" sz="1400" dirty="0"/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262">
                <a:tc>
                  <a:txBody>
                    <a:bodyPr/>
                    <a:lstStyle/>
                    <a:p>
                      <a:r>
                        <a:rPr lang="en-US" sz="1400" dirty="0"/>
                        <a:t>Renaming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sum = sum+ </a:t>
                      </a:r>
                      <a:r>
                        <a:rPr lang="en-US" sz="1400" dirty="0" err="1"/>
                        <a:t>list.get</a:t>
                      </a:r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i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 total</a:t>
                      </a:r>
                      <a:r>
                        <a:rPr lang="en-US" sz="1400" baseline="0" dirty="0"/>
                        <a:t> = total + </a:t>
                      </a:r>
                      <a:r>
                        <a:rPr lang="en-US" sz="1400" baseline="0" dirty="0" err="1"/>
                        <a:t>list.get</a:t>
                      </a:r>
                      <a:r>
                        <a:rPr lang="en-US" sz="1400" baseline="0" dirty="0"/>
                        <a:t>(</a:t>
                      </a:r>
                      <a:r>
                        <a:rPr lang="en-US" sz="1400" baseline="0" dirty="0" err="1"/>
                        <a:t>i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212">
                <a:tc>
                  <a:txBody>
                    <a:bodyPr/>
                    <a:lstStyle/>
                    <a:p>
                      <a:r>
                        <a:rPr lang="en-US" sz="1400" dirty="0"/>
                        <a:t>Code</a:t>
                      </a:r>
                      <a:r>
                        <a:rPr lang="en-US" sz="1400" baseline="0" dirty="0"/>
                        <a:t> Reordering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foo(num1,</a:t>
                      </a:r>
                      <a:r>
                        <a:rPr lang="en-US" sz="1400" baseline="0" dirty="0"/>
                        <a:t> num2</a:t>
                      </a:r>
                      <a:r>
                        <a:rPr lang="en-US" sz="1400" dirty="0"/>
                        <a:t>);</a:t>
                      </a:r>
                    </a:p>
                    <a:p>
                      <a:r>
                        <a:rPr lang="en-US" sz="1400" dirty="0"/>
                        <a:t>boo(</a:t>
                      </a:r>
                      <a:r>
                        <a:rPr lang="en-US" sz="1400" dirty="0" err="1"/>
                        <a:t>arrayList</a:t>
                      </a:r>
                      <a:r>
                        <a:rPr lang="en-US" sz="1400" dirty="0"/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boo(</a:t>
                      </a:r>
                      <a:r>
                        <a:rPr lang="en-US" sz="1400" dirty="0" err="1"/>
                        <a:t>arrayList</a:t>
                      </a:r>
                      <a:r>
                        <a:rPr lang="en-US" sz="1400" dirty="0"/>
                        <a:t>);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foo(num1,</a:t>
                      </a:r>
                      <a:r>
                        <a:rPr lang="en-US" sz="1400" baseline="0" dirty="0"/>
                        <a:t> num2</a:t>
                      </a:r>
                      <a:r>
                        <a:rPr lang="en-US" sz="1400" dirty="0"/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02381" y="62753"/>
            <a:ext cx="373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Mutation-based analysis continue..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054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62753"/>
            <a:ext cx="8250310" cy="1283167"/>
          </a:xfrm>
        </p:spPr>
        <p:txBody>
          <a:bodyPr/>
          <a:lstStyle/>
          <a:p>
            <a:r>
              <a:rPr lang="en-US" b="1" dirty="0"/>
              <a:t>Results of Mutation-based Evaluation</a:t>
            </a:r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0876921"/>
              </p:ext>
            </p:extLst>
          </p:nvPr>
        </p:nvGraphicFramePr>
        <p:xfrm>
          <a:off x="221878" y="1951692"/>
          <a:ext cx="8695100" cy="4493259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2770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9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76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6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0316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Change in Data Structure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Wrapping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Line Split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Function Split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Renaming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Reordering</a:t>
                      </a:r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0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W_BESTI_LINE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0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LHDiff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70707"/>
                          </a:solidFill>
                        </a:rPr>
                        <a:t>56.3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70707"/>
                          </a:solidFill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70707"/>
                          </a:solidFill>
                        </a:rPr>
                        <a:t>68.1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70707"/>
                          </a:solidFill>
                        </a:rPr>
                        <a:t>93.4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70707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70707"/>
                          </a:solidFill>
                        </a:rPr>
                        <a:t>83.8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0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0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95.1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0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0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8257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509C1-EF6D-1AE3-DB8F-645C6EEC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B311-18B0-0CB9-CDC7-5CB421BD1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</p:spTree>
    <p:extLst>
      <p:ext uri="{BB962C8B-B14F-4D97-AF65-F5344CB8AC3E}">
        <p14:creationId xmlns:p14="http://schemas.microsoft.com/office/powerpoint/2010/main" val="13181807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AFD7-4EEA-5AEF-9393-59FF0F46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F02A7-EA5B-E777-7B3C-7B13C663B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463" y="1345920"/>
            <a:ext cx="7583488" cy="4297363"/>
          </a:xfrm>
        </p:spPr>
        <p:txBody>
          <a:bodyPr/>
          <a:lstStyle/>
          <a:p>
            <a:r>
              <a:rPr lang="en-US" dirty="0"/>
              <a:t>1. Given two different versions of a file, print out which lines of the old file match to which line of the new file?</a:t>
            </a:r>
          </a:p>
        </p:txBody>
      </p:sp>
      <p:pic>
        <p:nvPicPr>
          <p:cNvPr id="1026" name="Picture 2" descr="code">
            <a:extLst>
              <a:ext uri="{FF2B5EF4-FFF2-40B4-BE49-F238E27FC236}">
                <a16:creationId xmlns:a16="http://schemas.microsoft.com/office/drawing/2014/main" id="{1E43256C-A63D-1815-CD0A-A9624DC67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19"/>
          <a:stretch/>
        </p:blipFill>
        <p:spPr bwMode="auto">
          <a:xfrm>
            <a:off x="1810785" y="2484951"/>
            <a:ext cx="3696318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DDED16-1867-FB88-F2BB-5EF3F1CACDDF}"/>
              </a:ext>
            </a:extLst>
          </p:cNvPr>
          <p:cNvSpPr txBox="1"/>
          <p:nvPr/>
        </p:nvSpPr>
        <p:spPr>
          <a:xfrm>
            <a:off x="7409451" y="2734536"/>
            <a:ext cx="101983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1-1</a:t>
            </a:r>
          </a:p>
          <a:p>
            <a:r>
              <a:rPr lang="en-US" sz="2800" dirty="0"/>
              <a:t>3-3</a:t>
            </a:r>
          </a:p>
          <a:p>
            <a:r>
              <a:rPr lang="en-US" sz="2800" dirty="0"/>
              <a:t>4-8</a:t>
            </a:r>
          </a:p>
          <a:p>
            <a:r>
              <a:rPr lang="en-US" sz="2800" dirty="0"/>
              <a:t>5-4</a:t>
            </a:r>
          </a:p>
          <a:p>
            <a:r>
              <a:rPr lang="en-US" sz="2800" dirty="0"/>
              <a:t>6-6</a:t>
            </a:r>
          </a:p>
          <a:p>
            <a:r>
              <a:rPr lang="en-US" sz="2800" dirty="0"/>
              <a:t>7-7</a:t>
            </a:r>
          </a:p>
          <a:p>
            <a:r>
              <a:rPr lang="en-US" sz="2800" dirty="0"/>
              <a:t>9-9</a:t>
            </a:r>
          </a:p>
          <a:p>
            <a:r>
              <a:rPr lang="en-US" sz="2800" dirty="0"/>
              <a:t>10-10</a:t>
            </a:r>
          </a:p>
        </p:txBody>
      </p:sp>
      <p:pic>
        <p:nvPicPr>
          <p:cNvPr id="5" name="Picture 2" descr="code">
            <a:extLst>
              <a:ext uri="{FF2B5EF4-FFF2-40B4-BE49-F238E27FC236}">
                <a16:creationId xmlns:a16="http://schemas.microsoft.com/office/drawing/2014/main" id="{55D0A934-03A0-8BF1-1E8F-ECFD5E907B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19"/>
          <a:stretch/>
        </p:blipFill>
        <p:spPr bwMode="auto">
          <a:xfrm>
            <a:off x="1810785" y="4633632"/>
            <a:ext cx="3696318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7408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12F7C-9D1A-BA3A-966A-9FB4709A7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3F84-0901-4308-9112-D33F1C69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E4619-64A5-7838-0F9D-AD81BBF16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59" y="1508452"/>
            <a:ext cx="8349547" cy="4297363"/>
          </a:xfrm>
        </p:spPr>
        <p:txBody>
          <a:bodyPr/>
          <a:lstStyle/>
          <a:p>
            <a:r>
              <a:rPr lang="en-US" dirty="0"/>
              <a:t>2. Evaluate the tool using a new dataset (Contribute a new dataset and evaluate your tool using the new and old dataset)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new dataset should contain the line tracking information 25 different files (You can contribute more </a:t>
            </a:r>
            <a:r>
              <a:rPr lang="en-US" dirty="0">
                <a:sym typeface="Wingdings" pitchFamily="2" charset="2"/>
              </a:rPr>
              <a:t>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33916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255A-7772-0B73-3300-FC840CA9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AB12-A5BA-C922-99DE-37E6069D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533C6-2015-C9DD-32AE-F8FCF73C9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38" y="1483706"/>
            <a:ext cx="8981162" cy="4297363"/>
          </a:xfrm>
        </p:spPr>
        <p:txBody>
          <a:bodyPr/>
          <a:lstStyle/>
          <a:p>
            <a:r>
              <a:rPr lang="en-US" dirty="0"/>
              <a:t>3. How can you visualize file change information?</a:t>
            </a:r>
            <a:br>
              <a:rPr lang="en-US" dirty="0"/>
            </a:br>
            <a:r>
              <a:rPr lang="en-US" dirty="0"/>
              <a:t>No implementation is needed. You need to share the GUIs that you plan to use.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FA6FBD4E-7118-29EC-037E-312322A8B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14" y="2719395"/>
            <a:ext cx="7452986" cy="407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2706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C6525-5F15-4E95-11AA-68C459F4C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656A1-0DC7-A833-797A-2C804A8C2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pic>
        <p:nvPicPr>
          <p:cNvPr id="6" name="Picture 5" descr="A yellow text on a white background&#10;&#10;Description automatically generated">
            <a:extLst>
              <a:ext uri="{FF2B5EF4-FFF2-40B4-BE49-F238E27FC236}">
                <a16:creationId xmlns:a16="http://schemas.microsoft.com/office/drawing/2014/main" id="{829BEE11-FFAA-810C-A81E-7EE942A28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81" y="2464901"/>
            <a:ext cx="8691237" cy="136589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92A2032-0261-7010-977B-468A6673F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2" y="1483706"/>
            <a:ext cx="8797696" cy="4297363"/>
          </a:xfrm>
        </p:spPr>
        <p:txBody>
          <a:bodyPr/>
          <a:lstStyle/>
          <a:p>
            <a:r>
              <a:rPr lang="en-US" dirty="0"/>
              <a:t>3. Can you extend your tool to identify bug introducing changes from bug fix changes? (</a:t>
            </a:r>
            <a:r>
              <a:rPr lang="en-US" b="1" dirty="0"/>
              <a:t>10% Bonus Mark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55526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ABABC-FB0C-C156-D7D0-67B8B0A3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9853C-C66E-7410-602D-999DA0DB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697E-7C97-525C-8096-0841B58E5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2" y="1483706"/>
            <a:ext cx="8797696" cy="4297363"/>
          </a:xfrm>
        </p:spPr>
        <p:txBody>
          <a:bodyPr/>
          <a:lstStyle/>
          <a:p>
            <a:r>
              <a:rPr lang="en-US" dirty="0"/>
              <a:t>3. Can you extend your tool to identify bug introducing changes from bug fix changes? (</a:t>
            </a:r>
            <a:r>
              <a:rPr lang="en-US" b="1" dirty="0"/>
              <a:t>10% Bonus Mark</a:t>
            </a:r>
            <a:r>
              <a:rPr lang="en-US" dirty="0"/>
              <a:t>)</a:t>
            </a:r>
          </a:p>
        </p:txBody>
      </p:sp>
      <p:pic>
        <p:nvPicPr>
          <p:cNvPr id="6" name="Picture 5" descr="A yellow text on a white background&#10;&#10;Description automatically generated">
            <a:extLst>
              <a:ext uri="{FF2B5EF4-FFF2-40B4-BE49-F238E27FC236}">
                <a16:creationId xmlns:a16="http://schemas.microsoft.com/office/drawing/2014/main" id="{6E6EDB3B-15AD-DB81-E722-EFF3B05CF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81" y="2464901"/>
            <a:ext cx="8691237" cy="13658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37F287-AE11-18BF-C8DC-31AD7C800FEE}"/>
              </a:ext>
            </a:extLst>
          </p:cNvPr>
          <p:cNvSpPr txBox="1"/>
          <p:nvPr/>
        </p:nvSpPr>
        <p:spPr>
          <a:xfrm>
            <a:off x="226381" y="3830800"/>
            <a:ext cx="869123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0" i="0" u="sng" dirty="0">
                <a:solidFill>
                  <a:srgbClr val="C7254E"/>
                </a:solidFill>
                <a:effectLst/>
                <a:latin typeface="Menlo" panose="020B0609030804020204" pitchFamily="49" charset="0"/>
              </a:rPr>
              <a:t>How to identify bug fix commit?</a:t>
            </a:r>
            <a:br>
              <a:rPr lang="en-CA" sz="2400" b="0" i="0" u="sng" dirty="0">
                <a:solidFill>
                  <a:srgbClr val="C7254E"/>
                </a:solidFill>
                <a:effectLst/>
                <a:latin typeface="Menlo" panose="020B0609030804020204" pitchFamily="49" charset="0"/>
              </a:rPr>
            </a:br>
            <a:r>
              <a:rPr lang="en-CA" sz="2400" b="0" i="0" dirty="0">
                <a:solidFill>
                  <a:srgbClr val="C7254E"/>
                </a:solidFill>
                <a:effectLst/>
                <a:latin typeface="Menlo" panose="020B0609030804020204" pitchFamily="49" charset="0"/>
              </a:rPr>
              <a:t>Check commit messages</a:t>
            </a:r>
          </a:p>
          <a:p>
            <a:endParaRPr lang="en-CA" sz="2400" dirty="0">
              <a:solidFill>
                <a:srgbClr val="C7254E"/>
              </a:solidFill>
              <a:latin typeface="Menlo" panose="020B0609030804020204" pitchFamily="49" charset="0"/>
            </a:endParaRPr>
          </a:p>
          <a:p>
            <a:r>
              <a:rPr lang="en-CA" sz="2400" b="0" i="0" dirty="0">
                <a:solidFill>
                  <a:srgbClr val="C7254E"/>
                </a:solidFill>
                <a:effectLst/>
                <a:latin typeface="Menlo" panose="020B0609030804020204" pitchFamily="49" charset="0"/>
              </a:rPr>
              <a:t>1. Refactor authentication logic</a:t>
            </a:r>
          </a:p>
          <a:p>
            <a:r>
              <a:rPr lang="en-CA" sz="2400" b="0" i="0" dirty="0">
                <a:solidFill>
                  <a:srgbClr val="C7254E"/>
                </a:solidFill>
                <a:effectLst/>
                <a:latin typeface="Menlo" panose="020B0609030804020204" pitchFamily="49" charset="0"/>
              </a:rPr>
              <a:t>2. Fix login error (#123)</a:t>
            </a:r>
          </a:p>
          <a:p>
            <a:r>
              <a:rPr lang="en-CA" sz="2400" b="0" i="0" dirty="0">
                <a:solidFill>
                  <a:srgbClr val="C7254E"/>
                </a:solidFill>
                <a:effectLst/>
                <a:latin typeface="Menlo" panose="020B0609030804020204" pitchFamily="49" charset="0"/>
              </a:rPr>
              <a:t>3. Fix typo in user documentation</a:t>
            </a:r>
            <a:r>
              <a:rPr lang="en-CA" sz="2400" dirty="0">
                <a:solidFill>
                  <a:srgbClr val="C7254E"/>
                </a:solidFill>
                <a:latin typeface="Menlo" panose="020B0609030804020204" pitchFamily="49" charset="0"/>
              </a:rPr>
              <a:t> closes #234</a:t>
            </a:r>
          </a:p>
          <a:p>
            <a:r>
              <a:rPr lang="en-CA" sz="2400" dirty="0">
                <a:solidFill>
                  <a:srgbClr val="C7254E"/>
                </a:solidFill>
                <a:latin typeface="Menlo" panose="020B0609030804020204" pitchFamily="49" charset="0"/>
              </a:rPr>
              <a:t>4. Update README to reflect new installation instructions</a:t>
            </a:r>
          </a:p>
          <a:p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595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882" y="2324228"/>
            <a:ext cx="7583488" cy="1283167"/>
          </a:xfrm>
        </p:spPr>
        <p:txBody>
          <a:bodyPr/>
          <a:lstStyle/>
          <a:p>
            <a:r>
              <a:rPr lang="en-US" sz="6000" b="1" dirty="0">
                <a:solidFill>
                  <a:srgbClr val="800000"/>
                </a:solidFill>
              </a:rPr>
              <a:t>Thank YOU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79463" y="62753"/>
            <a:ext cx="7583488" cy="12831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effectLst>
                  <a:outerShdw blurRad="50800" dist="12700" dir="2700000" sx="100500" sy="100500" algn="tl" rotWithShape="0">
                    <a:prstClr val="black">
                      <a:alpha val="6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Questions?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54973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cedent">
  <a:themeElements>
    <a:clrScheme name="Precedent">
      <a:dk1>
        <a:srgbClr val="921F07"/>
      </a:dk1>
      <a:lt1>
        <a:sysClr val="window" lastClr="FFFFFF"/>
      </a:lt1>
      <a:dk2>
        <a:srgbClr val="333333"/>
      </a:dk2>
      <a:lt2>
        <a:srgbClr val="E5E5D3"/>
      </a:lt2>
      <a:accent1>
        <a:srgbClr val="993232"/>
      </a:accent1>
      <a:accent2>
        <a:srgbClr val="9B6C34"/>
      </a:accent2>
      <a:accent3>
        <a:srgbClr val="736C5D"/>
      </a:accent3>
      <a:accent4>
        <a:srgbClr val="C9972B"/>
      </a:accent4>
      <a:accent5>
        <a:srgbClr val="C95F2B"/>
      </a:accent5>
      <a:accent6>
        <a:srgbClr val="8F7A05"/>
      </a:accent6>
      <a:hlink>
        <a:srgbClr val="933926"/>
      </a:hlink>
      <a:folHlink>
        <a:srgbClr val="916019"/>
      </a:folHlink>
    </a:clrScheme>
    <a:fontScheme name="Precedent">
      <a:majorFont>
        <a:latin typeface="Perpetua Titling MT"/>
        <a:ea typeface=""/>
        <a:cs typeface=""/>
        <a:font script="Jpan" typeface="ＭＳ Ｐ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inorFont>
    </a:fontScheme>
    <a:fmtScheme name="Precedent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35000"/>
              </a:schemeClr>
            </a:gs>
            <a:gs pos="100000">
              <a:schemeClr val="phClr">
                <a:tint val="100000"/>
                <a:shade val="30000"/>
                <a:satMod val="135000"/>
              </a:schemeClr>
            </a:gs>
          </a:gsLst>
          <a:path path="circle">
            <a:fillToRect l="70000" t="10000" b="7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0000"/>
                <a:satMod val="135000"/>
              </a:schemeClr>
              <a:schemeClr val="phClr">
                <a:satMod val="150000"/>
                <a:lumMod val="110000"/>
              </a:schemeClr>
            </a:duotone>
          </a:blip>
          <a:stretch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101600" dist="25400" dir="4800000" sx="103000" sy="103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3000000"/>
            </a:lightRig>
          </a:scene3d>
          <a:sp3d prstMaterial="softEdge">
            <a:bevelT w="0" h="0"/>
          </a:sp3d>
        </a:effectStyle>
        <a:effectStyle>
          <a:effectLst>
            <a:innerShdw blurRad="127000" dist="38100" dir="13200000">
              <a:srgbClr val="000000">
                <a:alpha val="75000"/>
              </a:srgbClr>
            </a:innerShdw>
            <a:outerShdw blurRad="38100" dist="12700" dir="1800000" sx="101000" sy="101000" rotWithShape="0">
              <a:srgbClr val="000000">
                <a:alpha val="40000"/>
              </a:srgbClr>
            </a:outerShdw>
            <a:reflection blurRad="127000" stA="25000" endPos="30000" dist="12700" dir="5400000" sy="-100000" rotWithShape="0"/>
          </a:effectLst>
          <a:scene3d>
            <a:camera prst="orthographicFront">
              <a:rot lat="0" lon="0" rev="0"/>
            </a:camera>
            <a:lightRig rig="twoPt" dir="t">
              <a:rot lat="0" lon="0" rev="1200000"/>
            </a:lightRig>
          </a:scene3d>
          <a:sp3d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35000"/>
              </a:schemeClr>
            </a:gs>
            <a:gs pos="100000">
              <a:schemeClr val="phClr">
                <a:shade val="30000"/>
                <a:satMod val="150000"/>
              </a:schemeClr>
            </a:gs>
          </a:gsLst>
          <a:path path="circle">
            <a:fillToRect t="10000" r="70000" b="7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0000"/>
                <a:satMod val="130000"/>
                <a:lumMod val="80000"/>
              </a:schemeClr>
              <a:schemeClr val="phClr">
                <a:satMod val="15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Precedent.thmx</Template>
  <TotalTime>4793</TotalTime>
  <Words>4029</Words>
  <Application>Microsoft Macintosh PowerPoint</Application>
  <PresentationFormat>On-screen Show (4:3)</PresentationFormat>
  <Paragraphs>802</Paragraphs>
  <Slides>57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American Typewriter</vt:lpstr>
      <vt:lpstr>Arial</vt:lpstr>
      <vt:lpstr>Calibri</vt:lpstr>
      <vt:lpstr>Calisto MT</vt:lpstr>
      <vt:lpstr>Comic Sans MS</vt:lpstr>
      <vt:lpstr>Menlo</vt:lpstr>
      <vt:lpstr>Perpetua Titling MT</vt:lpstr>
      <vt:lpstr>Wingdings</vt:lpstr>
      <vt:lpstr>Zapf Dingbats</vt:lpstr>
      <vt:lpstr>Precedent</vt:lpstr>
      <vt:lpstr>     A Language-Independent Approach for Tracking Source Code Lines</vt:lpstr>
      <vt:lpstr>Problem</vt:lpstr>
      <vt:lpstr>Problem</vt:lpstr>
      <vt:lpstr>Problem</vt:lpstr>
      <vt:lpstr>Problem</vt:lpstr>
      <vt:lpstr>Potential Applications</vt:lpstr>
      <vt:lpstr>Existing Solutions</vt:lpstr>
      <vt:lpstr>Existing Solutions</vt:lpstr>
      <vt:lpstr>Existing Solutions</vt:lpstr>
      <vt:lpstr>Existing Solutions</vt:lpstr>
      <vt:lpstr>Existing Solutions</vt:lpstr>
      <vt:lpstr>Existing Solutions</vt:lpstr>
      <vt:lpstr>Existing Solutions</vt:lpstr>
      <vt:lpstr>Existing Solutions</vt:lpstr>
      <vt:lpstr>Existing Solutions</vt:lpstr>
      <vt:lpstr>Existing Solutions</vt:lpstr>
      <vt:lpstr>Motivation</vt:lpstr>
      <vt:lpstr>Our Contribution: LHDiff</vt:lpstr>
      <vt:lpstr>Our Contribution: LHDiff</vt:lpstr>
      <vt:lpstr>Step 1 : PREPROCESSING </vt:lpstr>
      <vt:lpstr>Step 1 : PREPROCESSING </vt:lpstr>
      <vt:lpstr>Step 1 : PREPROCESSING </vt:lpstr>
      <vt:lpstr>Step-2: Detect Unchanged Lines</vt:lpstr>
      <vt:lpstr>Step-2: Detect Unchanged Lines</vt:lpstr>
      <vt:lpstr>Step-2: Detect Unchanged Lines</vt:lpstr>
      <vt:lpstr>Step-2: Detect Unchanged Lines</vt:lpstr>
      <vt:lpstr>Step-2: Detect Unchanged Lines</vt:lpstr>
      <vt:lpstr>Step-3: Generate Candidate List</vt:lpstr>
      <vt:lpstr>Step-3: Generate Candidate List</vt:lpstr>
      <vt:lpstr>Step-3 Continue</vt:lpstr>
      <vt:lpstr>Step-3 Continue</vt:lpstr>
      <vt:lpstr>Step-3 Continue</vt:lpstr>
      <vt:lpstr>Step-3 CONTINUE</vt:lpstr>
      <vt:lpstr>Step-3 Continue</vt:lpstr>
      <vt:lpstr>Step-3 Continue</vt:lpstr>
      <vt:lpstr>Step-3 Continue</vt:lpstr>
      <vt:lpstr>Step-3 CONTINUE</vt:lpstr>
      <vt:lpstr>Step-4 Resolve Conflict</vt:lpstr>
      <vt:lpstr>Step-4 Resolve Conflict</vt:lpstr>
      <vt:lpstr>PowerPoint Presentation</vt:lpstr>
      <vt:lpstr>Step-5 DeTect LINE SPLIT</vt:lpstr>
      <vt:lpstr>Step-5 DeTect LINE SPLIT</vt:lpstr>
      <vt:lpstr>Evaluation</vt:lpstr>
      <vt:lpstr>Evaluating against benchmarks</vt:lpstr>
      <vt:lpstr>Results (%Correct)</vt:lpstr>
      <vt:lpstr>Can Tokenization Improve performance ?</vt:lpstr>
      <vt:lpstr>Can Tokenization Improve performance ?</vt:lpstr>
      <vt:lpstr>Mutation-based analysis</vt:lpstr>
      <vt:lpstr>Editing Taxonomy</vt:lpstr>
      <vt:lpstr>Results of Mutation-based Evaluation</vt:lpstr>
      <vt:lpstr>Project Goal</vt:lpstr>
      <vt:lpstr>Project goal</vt:lpstr>
      <vt:lpstr>Project goal</vt:lpstr>
      <vt:lpstr>Project goal</vt:lpstr>
      <vt:lpstr>Project goal</vt:lpstr>
      <vt:lpstr>Project goal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LHDiff: A Language-Independent Hybrid Approach for Tracking Source Code Lines</dc:title>
  <dc:creator>Muhammad Asaduzzaman</dc:creator>
  <cp:lastModifiedBy>Muhammad Asaduzzaman</cp:lastModifiedBy>
  <cp:revision>109</cp:revision>
  <dcterms:created xsi:type="dcterms:W3CDTF">2013-09-16T17:55:09Z</dcterms:created>
  <dcterms:modified xsi:type="dcterms:W3CDTF">2025-10-09T01:51:42Z</dcterms:modified>
</cp:coreProperties>
</file>